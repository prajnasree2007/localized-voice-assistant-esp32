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5" r:id="rId2"/>
    <p:sldId id="276" r:id="rId3"/>
    <p:sldId id="277" r:id="rId4"/>
    <p:sldId id="278" r:id="rId5"/>
    <p:sldId id="279" r:id="rId6"/>
    <p:sldId id="280" r:id="rId7"/>
    <p:sldId id="28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5D63"/>
    <a:srgbClr val="2F6F75"/>
    <a:srgbClr val="0A2A33"/>
    <a:srgbClr val="5C9CA3"/>
    <a:srgbClr val="1E5F66"/>
    <a:srgbClr val="0E2F3A"/>
    <a:srgbClr val="3A7A82"/>
    <a:srgbClr val="0F4C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microsoft.com/office/2016/11/relationships/changesInfo" Target="changesInfos/changesInfo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tableStyles" Target="tableStyle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theme" Target="theme/theme1.xml" /><Relationship Id="rId5" Type="http://schemas.openxmlformats.org/officeDocument/2006/relationships/slide" Target="slides/slide4.xml" /><Relationship Id="rId10"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presProps" Target="presProps.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ddada Prajna Sree Lakshmi" userId="2d105c66e08ef605" providerId="LiveId" clId="{5EB48F1A-03F4-3D60-BE05-D94D3A0E0CB6}"/>
    <pc:docChg chg="modSld">
      <pc:chgData name="Geddada Prajna Sree Lakshmi" userId="2d105c66e08ef605" providerId="LiveId" clId="{5EB48F1A-03F4-3D60-BE05-D94D3A0E0CB6}" dt="2026-03-04T08:24:12.338" v="1" actId="20577"/>
      <pc:docMkLst>
        <pc:docMk/>
      </pc:docMkLst>
      <pc:sldChg chg="modSp mod">
        <pc:chgData name="Geddada Prajna Sree Lakshmi" userId="2d105c66e08ef605" providerId="LiveId" clId="{5EB48F1A-03F4-3D60-BE05-D94D3A0E0CB6}" dt="2026-03-04T08:24:12.338" v="1" actId="20577"/>
        <pc:sldMkLst>
          <pc:docMk/>
          <pc:sldMk cId="2123847147" sldId="275"/>
        </pc:sldMkLst>
        <pc:spChg chg="mod">
          <ac:chgData name="Geddada Prajna Sree Lakshmi" userId="2d105c66e08ef605" providerId="LiveId" clId="{5EB48F1A-03F4-3D60-BE05-D94D3A0E0CB6}" dt="2026-03-04T08:24:12.338" v="1" actId="20577"/>
          <ac:spMkLst>
            <pc:docMk/>
            <pc:sldMk cId="2123847147" sldId="275"/>
            <ac:spMk id="8" creationId="{3FE671CB-4F10-5D1D-D6EF-43A1289A9052}"/>
          </ac:spMkLst>
        </pc:spChg>
      </pc:sldChg>
    </pc:docChg>
  </pc:docChgLst>
</pc:chgInfo>
</file>

<file path=ppt/diagrams/_rels/data3.xml.rels><?xml version="1.0" encoding="UTF-8" standalone="yes"?>
<Relationships xmlns="http://schemas.openxmlformats.org/package/2006/relationships"><Relationship Id="rId8" Type="http://schemas.openxmlformats.org/officeDocument/2006/relationships/image" Target="../media/image11.svg" /><Relationship Id="rId3" Type="http://schemas.openxmlformats.org/officeDocument/2006/relationships/image" Target="../media/image6.png" /><Relationship Id="rId7" Type="http://schemas.openxmlformats.org/officeDocument/2006/relationships/image" Target="../media/image10.png" /><Relationship Id="rId2" Type="http://schemas.openxmlformats.org/officeDocument/2006/relationships/image" Target="../media/image5.svg" /><Relationship Id="rId1" Type="http://schemas.openxmlformats.org/officeDocument/2006/relationships/image" Target="../media/image4.png" /><Relationship Id="rId6" Type="http://schemas.openxmlformats.org/officeDocument/2006/relationships/image" Target="../media/image9.svg" /><Relationship Id="rId5" Type="http://schemas.openxmlformats.org/officeDocument/2006/relationships/image" Target="../media/image8.png" /><Relationship Id="rId10" Type="http://schemas.openxmlformats.org/officeDocument/2006/relationships/image" Target="../media/image13.svg" /><Relationship Id="rId4" Type="http://schemas.openxmlformats.org/officeDocument/2006/relationships/image" Target="../media/image7.svg" /><Relationship Id="rId9" Type="http://schemas.openxmlformats.org/officeDocument/2006/relationships/image" Target="../media/image12.png" /></Relationships>
</file>

<file path=ppt/diagrams/_rels/data4.xml.rels><?xml version="1.0" encoding="UTF-8" standalone="yes"?>
<Relationships xmlns="http://schemas.openxmlformats.org/package/2006/relationships"><Relationship Id="rId8" Type="http://schemas.openxmlformats.org/officeDocument/2006/relationships/image" Target="../media/image21.svg" /><Relationship Id="rId3" Type="http://schemas.openxmlformats.org/officeDocument/2006/relationships/image" Target="../media/image16.png" /><Relationship Id="rId7" Type="http://schemas.openxmlformats.org/officeDocument/2006/relationships/image" Target="../media/image20.png" /><Relationship Id="rId2" Type="http://schemas.openxmlformats.org/officeDocument/2006/relationships/image" Target="../media/image15.svg" /><Relationship Id="rId1" Type="http://schemas.openxmlformats.org/officeDocument/2006/relationships/image" Target="../media/image14.png" /><Relationship Id="rId6" Type="http://schemas.openxmlformats.org/officeDocument/2006/relationships/image" Target="../media/image19.svg" /><Relationship Id="rId5" Type="http://schemas.openxmlformats.org/officeDocument/2006/relationships/image" Target="../media/image18.png" /><Relationship Id="rId10" Type="http://schemas.openxmlformats.org/officeDocument/2006/relationships/image" Target="../media/image23.svg" /><Relationship Id="rId4" Type="http://schemas.openxmlformats.org/officeDocument/2006/relationships/image" Target="../media/image17.svg" /><Relationship Id="rId9" Type="http://schemas.openxmlformats.org/officeDocument/2006/relationships/image" Target="../media/image22.png" /></Relationships>
</file>

<file path=ppt/diagrams/_rels/drawing3.xml.rels><?xml version="1.0" encoding="UTF-8" standalone="yes"?>
<Relationships xmlns="http://schemas.openxmlformats.org/package/2006/relationships"><Relationship Id="rId8" Type="http://schemas.openxmlformats.org/officeDocument/2006/relationships/image" Target="../media/image11.svg" /><Relationship Id="rId3" Type="http://schemas.openxmlformats.org/officeDocument/2006/relationships/image" Target="../media/image6.png" /><Relationship Id="rId7" Type="http://schemas.openxmlformats.org/officeDocument/2006/relationships/image" Target="../media/image10.png" /><Relationship Id="rId2" Type="http://schemas.openxmlformats.org/officeDocument/2006/relationships/image" Target="../media/image5.svg" /><Relationship Id="rId1" Type="http://schemas.openxmlformats.org/officeDocument/2006/relationships/image" Target="../media/image4.png" /><Relationship Id="rId6" Type="http://schemas.openxmlformats.org/officeDocument/2006/relationships/image" Target="../media/image9.svg" /><Relationship Id="rId5" Type="http://schemas.openxmlformats.org/officeDocument/2006/relationships/image" Target="../media/image8.png" /><Relationship Id="rId10" Type="http://schemas.openxmlformats.org/officeDocument/2006/relationships/image" Target="../media/image13.svg" /><Relationship Id="rId4" Type="http://schemas.openxmlformats.org/officeDocument/2006/relationships/image" Target="../media/image7.svg" /><Relationship Id="rId9" Type="http://schemas.openxmlformats.org/officeDocument/2006/relationships/image" Target="../media/image12.png" /></Relationships>
</file>

<file path=ppt/diagrams/_rels/drawing4.xml.rels><?xml version="1.0" encoding="UTF-8" standalone="yes"?>
<Relationships xmlns="http://schemas.openxmlformats.org/package/2006/relationships"><Relationship Id="rId8" Type="http://schemas.openxmlformats.org/officeDocument/2006/relationships/image" Target="../media/image21.svg" /><Relationship Id="rId3" Type="http://schemas.openxmlformats.org/officeDocument/2006/relationships/image" Target="../media/image16.png" /><Relationship Id="rId7" Type="http://schemas.openxmlformats.org/officeDocument/2006/relationships/image" Target="../media/image20.png" /><Relationship Id="rId2" Type="http://schemas.openxmlformats.org/officeDocument/2006/relationships/image" Target="../media/image15.svg" /><Relationship Id="rId1" Type="http://schemas.openxmlformats.org/officeDocument/2006/relationships/image" Target="../media/image14.png" /><Relationship Id="rId6" Type="http://schemas.openxmlformats.org/officeDocument/2006/relationships/image" Target="../media/image19.svg" /><Relationship Id="rId5" Type="http://schemas.openxmlformats.org/officeDocument/2006/relationships/image" Target="../media/image18.png" /><Relationship Id="rId10" Type="http://schemas.openxmlformats.org/officeDocument/2006/relationships/image" Target="../media/image23.svg" /><Relationship Id="rId4" Type="http://schemas.openxmlformats.org/officeDocument/2006/relationships/image" Target="../media/image17.svg" /><Relationship Id="rId9" Type="http://schemas.openxmlformats.org/officeDocument/2006/relationships/image" Target="../media/image22.png"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AFE8A9-CB5F-4DB2-A7DA-57CA53FF592F}" type="doc">
      <dgm:prSet loTypeId="urn:microsoft.com/office/officeart/2016/7/layout/BasicTimeline" loCatId="timeline" qsTypeId="urn:microsoft.com/office/officeart/2005/8/quickstyle/simple1" qsCatId="simple" csTypeId="urn:microsoft.com/office/officeart/2005/8/colors/accent1_2" csCatId="accent1" phldr="1"/>
      <dgm:spPr/>
      <dgm:t>
        <a:bodyPr/>
        <a:lstStyle/>
        <a:p>
          <a:endParaRPr lang="en-GB"/>
        </a:p>
      </dgm:t>
    </dgm:pt>
    <dgm:pt modelId="{6D663230-B2B8-4912-8BFD-AA1F0E0B3B3E}">
      <dgm:prSet phldrT="[Text]" phldr="0"/>
      <dgm:spPr/>
      <dgm:t>
        <a:bodyPr/>
        <a:lstStyle/>
        <a:p>
          <a:r>
            <a:rPr lang="en-GB" sz="1800" b="0">
              <a:latin typeface="Calibri"/>
              <a:ea typeface="Calibri"/>
              <a:cs typeface="Calibri"/>
            </a:rPr>
            <a:t>Missed medicines &amp; appointments</a:t>
          </a:r>
          <a:endParaRPr lang="en-GB" sz="1800">
            <a:latin typeface="Calibri"/>
            <a:ea typeface="Calibri"/>
            <a:cs typeface="Calibri"/>
          </a:endParaRPr>
        </a:p>
      </dgm:t>
    </dgm:pt>
    <dgm:pt modelId="{1389072C-C631-44FF-ADAD-C97760853108}" type="parTrans" cxnId="{D31AFBCD-D88F-4363-ABE2-D7096F6C5089}">
      <dgm:prSet/>
      <dgm:spPr/>
      <dgm:t>
        <a:bodyPr/>
        <a:lstStyle/>
        <a:p>
          <a:endParaRPr lang="en-GB"/>
        </a:p>
      </dgm:t>
    </dgm:pt>
    <dgm:pt modelId="{2EB7AB45-1948-4247-B863-CE8F3D0A9976}" type="sibTrans" cxnId="{D31AFBCD-D88F-4363-ABE2-D7096F6C5089}">
      <dgm:prSet/>
      <dgm:spPr/>
      <dgm:t>
        <a:bodyPr/>
        <a:lstStyle/>
        <a:p>
          <a:endParaRPr lang="en-GB"/>
        </a:p>
      </dgm:t>
    </dgm:pt>
    <dgm:pt modelId="{21C635AD-213C-4CE1-8627-5BE796935F4F}">
      <dgm:prSet phldrT="[Text]" phldr="0"/>
      <dgm:spPr/>
      <dgm:t>
        <a:bodyPr/>
        <a:lstStyle/>
        <a:p>
          <a:pPr>
            <a:defRPr b="1"/>
          </a:pPr>
          <a:r>
            <a:rPr lang="en-GB" sz="1800" b="0">
              <a:latin typeface="Calibri"/>
              <a:ea typeface="Calibri"/>
              <a:cs typeface="Calibri"/>
            </a:rPr>
            <a:t>Digital Complexity</a:t>
          </a:r>
          <a:endParaRPr lang="en-GB" sz="1800">
            <a:latin typeface="Calibri"/>
            <a:ea typeface="Calibri"/>
            <a:cs typeface="Calibri"/>
          </a:endParaRPr>
        </a:p>
      </dgm:t>
    </dgm:pt>
    <dgm:pt modelId="{1CD8D289-108D-4B34-A673-15B7BD120DE0}" type="parTrans" cxnId="{5E388A0A-438A-4063-B243-F8DCF51EB00C}">
      <dgm:prSet/>
      <dgm:spPr/>
      <dgm:t>
        <a:bodyPr/>
        <a:lstStyle/>
        <a:p>
          <a:endParaRPr lang="en-GB"/>
        </a:p>
      </dgm:t>
    </dgm:pt>
    <dgm:pt modelId="{4E327C1F-874B-4D1A-9649-304504D47A12}" type="sibTrans" cxnId="{5E388A0A-438A-4063-B243-F8DCF51EB00C}">
      <dgm:prSet/>
      <dgm:spPr/>
      <dgm:t>
        <a:bodyPr/>
        <a:lstStyle/>
        <a:p>
          <a:endParaRPr lang="en-GB"/>
        </a:p>
      </dgm:t>
    </dgm:pt>
    <dgm:pt modelId="{00410361-10B8-4BA0-BD6A-D01FF5FF91A4}">
      <dgm:prSet phldrT="[Text]" phldr="0"/>
      <dgm:spPr/>
      <dgm:t>
        <a:bodyPr/>
        <a:lstStyle/>
        <a:p>
          <a:r>
            <a:rPr lang="en-GB" sz="1800" b="0">
              <a:latin typeface="Calibri"/>
              <a:ea typeface="Calibri"/>
              <a:cs typeface="Calibri"/>
            </a:rPr>
            <a:t>Smartphones are difficult to </a:t>
          </a:r>
          <a:r>
            <a:rPr lang="en-GB" sz="1800">
              <a:latin typeface="Calibri"/>
              <a:ea typeface="Calibri"/>
              <a:cs typeface="Calibri"/>
            </a:rPr>
            <a:t>operate</a:t>
          </a:r>
        </a:p>
      </dgm:t>
    </dgm:pt>
    <dgm:pt modelId="{6FF7D300-AA44-4522-B67E-FEED52C67F95}" type="parTrans" cxnId="{0B3C5B88-18E2-4984-B173-AFEF4D6CA0F1}">
      <dgm:prSet/>
      <dgm:spPr/>
      <dgm:t>
        <a:bodyPr/>
        <a:lstStyle/>
        <a:p>
          <a:endParaRPr lang="en-GB"/>
        </a:p>
      </dgm:t>
    </dgm:pt>
    <dgm:pt modelId="{8E032920-6B88-4356-8AEC-0ABE652B5A47}" type="sibTrans" cxnId="{0B3C5B88-18E2-4984-B173-AFEF4D6CA0F1}">
      <dgm:prSet/>
      <dgm:spPr/>
      <dgm:t>
        <a:bodyPr/>
        <a:lstStyle/>
        <a:p>
          <a:endParaRPr lang="en-GB"/>
        </a:p>
      </dgm:t>
    </dgm:pt>
    <dgm:pt modelId="{5DCA8305-68B9-4045-BFF0-20C0EDE8B143}">
      <dgm:prSet custT="1"/>
      <dgm:spPr/>
      <dgm:t>
        <a:bodyPr/>
        <a:lstStyle/>
        <a:p>
          <a:pPr>
            <a:defRPr b="1"/>
          </a:pPr>
          <a:r>
            <a:rPr lang="en-GB" sz="1800" b="0">
              <a:latin typeface="Calibri"/>
              <a:ea typeface="Calibri"/>
              <a:cs typeface="Calibri"/>
            </a:rPr>
            <a:t>Health &amp; Safety Risks</a:t>
          </a:r>
          <a:endParaRPr lang="en-GB" sz="1800">
            <a:latin typeface="Calibri"/>
            <a:ea typeface="Calibri"/>
            <a:cs typeface="Calibri"/>
          </a:endParaRPr>
        </a:p>
      </dgm:t>
    </dgm:pt>
    <dgm:pt modelId="{DA05F0EE-6F6D-46FE-8CBD-1431A79A30B7}" type="parTrans" cxnId="{C83A9169-F164-48AB-8C8C-A41C7F480C02}">
      <dgm:prSet/>
      <dgm:spPr/>
      <dgm:t>
        <a:bodyPr/>
        <a:lstStyle/>
        <a:p>
          <a:endParaRPr lang="en-GB"/>
        </a:p>
      </dgm:t>
    </dgm:pt>
    <dgm:pt modelId="{9CF44D18-A597-4457-85B0-E161327EBBD5}" type="sibTrans" cxnId="{C83A9169-F164-48AB-8C8C-A41C7F480C02}">
      <dgm:prSet/>
      <dgm:spPr/>
      <dgm:t>
        <a:bodyPr/>
        <a:lstStyle/>
        <a:p>
          <a:endParaRPr lang="en-GB"/>
        </a:p>
      </dgm:t>
    </dgm:pt>
    <dgm:pt modelId="{7C53C32B-8662-4629-91B9-C1CAF8DEE988}">
      <dgm:prSet phldr="0"/>
      <dgm:spPr/>
      <dgm:t>
        <a:bodyPr/>
        <a:lstStyle/>
        <a:p>
          <a:r>
            <a:rPr lang="en-GB" sz="1800" b="0">
              <a:latin typeface="Calibri"/>
              <a:ea typeface="Calibri"/>
              <a:cs typeface="Calibri"/>
            </a:rPr>
            <a:t>No immediate emergency response</a:t>
          </a:r>
          <a:endParaRPr lang="en-GB" sz="1800">
            <a:latin typeface="Calibri"/>
            <a:ea typeface="Calibri"/>
            <a:cs typeface="Calibri"/>
          </a:endParaRPr>
        </a:p>
      </dgm:t>
    </dgm:pt>
    <dgm:pt modelId="{8EF0FB8E-03CE-48AE-8DBC-0D9C9BDB7D06}" type="parTrans" cxnId="{369D5953-8E24-4FE8-A251-F94B052B9C39}">
      <dgm:prSet/>
      <dgm:spPr/>
      <dgm:t>
        <a:bodyPr/>
        <a:lstStyle/>
        <a:p>
          <a:endParaRPr lang="en-GB"/>
        </a:p>
      </dgm:t>
    </dgm:pt>
    <dgm:pt modelId="{5F42EAF5-FD5E-4157-BD2A-D102B1213142}" type="sibTrans" cxnId="{369D5953-8E24-4FE8-A251-F94B052B9C39}">
      <dgm:prSet/>
      <dgm:spPr/>
      <dgm:t>
        <a:bodyPr/>
        <a:lstStyle/>
        <a:p>
          <a:endParaRPr lang="en-GB"/>
        </a:p>
      </dgm:t>
    </dgm:pt>
    <dgm:pt modelId="{6F91A92D-D392-4290-AE30-C586411E3C7F}">
      <dgm:prSet phldr="0"/>
      <dgm:spPr/>
      <dgm:t>
        <a:bodyPr/>
        <a:lstStyle/>
        <a:p>
          <a:r>
            <a:rPr lang="en-GB" sz="1800" b="0">
              <a:latin typeface="Calibri"/>
              <a:ea typeface="Calibri"/>
              <a:cs typeface="Calibri"/>
            </a:rPr>
            <a:t>Frequent updates confuse elderly users</a:t>
          </a:r>
          <a:endParaRPr lang="en-GB" sz="1800">
            <a:latin typeface="Calibri"/>
            <a:ea typeface="Calibri"/>
            <a:cs typeface="Calibri"/>
          </a:endParaRPr>
        </a:p>
      </dgm:t>
    </dgm:pt>
    <dgm:pt modelId="{F3BCBABA-5B4E-4795-88E7-B0FC0E9370DA}" type="parTrans" cxnId="{FDD6EBD6-901F-440F-B986-3FEFF012E522}">
      <dgm:prSet/>
      <dgm:spPr/>
      <dgm:t>
        <a:bodyPr/>
        <a:lstStyle/>
        <a:p>
          <a:endParaRPr lang="en-GB"/>
        </a:p>
      </dgm:t>
    </dgm:pt>
    <dgm:pt modelId="{32E8EE45-D156-40EC-837B-7A4548A1DD47}" type="sibTrans" cxnId="{FDD6EBD6-901F-440F-B986-3FEFF012E522}">
      <dgm:prSet/>
      <dgm:spPr/>
      <dgm:t>
        <a:bodyPr/>
        <a:lstStyle/>
        <a:p>
          <a:endParaRPr lang="en-GB"/>
        </a:p>
      </dgm:t>
    </dgm:pt>
    <dgm:pt modelId="{F9D5CD6C-D829-469B-825E-DC085859BA30}">
      <dgm:prSet phldr="0"/>
      <dgm:spPr/>
      <dgm:t>
        <a:bodyPr/>
        <a:lstStyle/>
        <a:p>
          <a:r>
            <a:rPr lang="en-GB" sz="1800">
              <a:latin typeface="Calibri"/>
              <a:ea typeface="Calibri"/>
              <a:cs typeface="Calibri"/>
            </a:rPr>
            <a:t>Smart assistants stop without Wi-Fi</a:t>
          </a:r>
        </a:p>
      </dgm:t>
    </dgm:pt>
    <dgm:pt modelId="{468E9A98-0868-4424-A94B-ABF5604F9C4C}" type="parTrans" cxnId="{4EE400C1-B178-42CF-913C-C28BA191F1FF}">
      <dgm:prSet/>
      <dgm:spPr/>
      <dgm:t>
        <a:bodyPr/>
        <a:lstStyle/>
        <a:p>
          <a:endParaRPr lang="en-GB"/>
        </a:p>
      </dgm:t>
    </dgm:pt>
    <dgm:pt modelId="{430EE588-5D1A-47C3-B468-3E092C148A25}" type="sibTrans" cxnId="{4EE400C1-B178-42CF-913C-C28BA191F1FF}">
      <dgm:prSet/>
      <dgm:spPr/>
      <dgm:t>
        <a:bodyPr/>
        <a:lstStyle/>
        <a:p>
          <a:endParaRPr lang="en-GB"/>
        </a:p>
      </dgm:t>
    </dgm:pt>
    <dgm:pt modelId="{82CFECF0-C284-410C-BE28-7FCC7BA9E6D2}">
      <dgm:prSet phldr="0"/>
      <dgm:spPr/>
      <dgm:t>
        <a:bodyPr/>
        <a:lstStyle/>
        <a:p>
          <a:pPr>
            <a:defRPr b="1"/>
          </a:pPr>
          <a:r>
            <a:rPr lang="en-GB" sz="1800" b="0">
              <a:latin typeface="Calibri"/>
              <a:ea typeface="Calibri"/>
              <a:cs typeface="Calibri"/>
            </a:rPr>
            <a:t>Connectivity Dependency</a:t>
          </a:r>
          <a:endParaRPr lang="en-GB" sz="1800">
            <a:latin typeface="Calibri"/>
            <a:ea typeface="Calibri"/>
            <a:cs typeface="Calibri"/>
          </a:endParaRPr>
        </a:p>
      </dgm:t>
    </dgm:pt>
    <dgm:pt modelId="{50567252-5B2B-4762-81E5-51545DF82AD1}" type="parTrans" cxnId="{4B911689-4067-4DB5-8F38-80CA9C6031B9}">
      <dgm:prSet/>
      <dgm:spPr/>
      <dgm:t>
        <a:bodyPr/>
        <a:lstStyle/>
        <a:p>
          <a:endParaRPr lang="en-GB"/>
        </a:p>
      </dgm:t>
    </dgm:pt>
    <dgm:pt modelId="{4F1C3351-C611-4BD5-9D94-F6F96E08D52D}" type="sibTrans" cxnId="{4B911689-4067-4DB5-8F38-80CA9C6031B9}">
      <dgm:prSet/>
      <dgm:spPr/>
      <dgm:t>
        <a:bodyPr/>
        <a:lstStyle/>
        <a:p>
          <a:endParaRPr lang="en-GB"/>
        </a:p>
      </dgm:t>
    </dgm:pt>
    <dgm:pt modelId="{8220BA1B-D9A8-466B-8BFB-73A11920D4EE}">
      <dgm:prSet phldr="0"/>
      <dgm:spPr/>
      <dgm:t>
        <a:bodyPr/>
        <a:lstStyle/>
        <a:p>
          <a:r>
            <a:rPr lang="en-GB" sz="1800">
              <a:latin typeface="Calibri"/>
              <a:ea typeface="Calibri"/>
              <a:cs typeface="Calibri"/>
            </a:rPr>
            <a:t>Power cuts reduce reliability</a:t>
          </a:r>
        </a:p>
      </dgm:t>
    </dgm:pt>
    <dgm:pt modelId="{0C23D40D-5B82-43A1-9681-57BD9475C4D0}" type="parTrans" cxnId="{FF87F7DE-F17A-4307-8BB0-B1B0B84205D6}">
      <dgm:prSet/>
      <dgm:spPr/>
      <dgm:t>
        <a:bodyPr/>
        <a:lstStyle/>
        <a:p>
          <a:endParaRPr lang="en-GB"/>
        </a:p>
      </dgm:t>
    </dgm:pt>
    <dgm:pt modelId="{4673DDF5-4FBE-42CA-82B9-914D991F7E6B}" type="sibTrans" cxnId="{FF87F7DE-F17A-4307-8BB0-B1B0B84205D6}">
      <dgm:prSet/>
      <dgm:spPr/>
      <dgm:t>
        <a:bodyPr/>
        <a:lstStyle/>
        <a:p>
          <a:endParaRPr lang="en-GB"/>
        </a:p>
      </dgm:t>
    </dgm:pt>
    <dgm:pt modelId="{EA07A950-E00B-4C1A-B860-8A718C8E2172}">
      <dgm:prSet phldr="0"/>
      <dgm:spPr/>
      <dgm:t>
        <a:bodyPr/>
        <a:lstStyle/>
        <a:p>
          <a:pPr>
            <a:defRPr b="1"/>
          </a:pPr>
          <a:r>
            <a:rPr lang="en-GB" sz="1800" b="0">
              <a:latin typeface="Calibri"/>
              <a:ea typeface="Calibri"/>
              <a:cs typeface="Calibri"/>
            </a:rPr>
            <a:t>Language &amp; Emotional Gap</a:t>
          </a:r>
        </a:p>
      </dgm:t>
    </dgm:pt>
    <dgm:pt modelId="{D6F30558-0CB7-4626-86CC-55DB4C2C2AC9}" type="parTrans" cxnId="{A80ECB1A-359F-4A37-937E-141D0DF359A5}">
      <dgm:prSet/>
      <dgm:spPr/>
      <dgm:t>
        <a:bodyPr/>
        <a:lstStyle/>
        <a:p>
          <a:endParaRPr lang="en-GB"/>
        </a:p>
      </dgm:t>
    </dgm:pt>
    <dgm:pt modelId="{8DDD7DFA-2B9F-4450-AA24-4DDB31B1B7E3}" type="sibTrans" cxnId="{A80ECB1A-359F-4A37-937E-141D0DF359A5}">
      <dgm:prSet/>
      <dgm:spPr/>
      <dgm:t>
        <a:bodyPr/>
        <a:lstStyle/>
        <a:p>
          <a:endParaRPr lang="en-GB"/>
        </a:p>
      </dgm:t>
    </dgm:pt>
    <dgm:pt modelId="{7E9CB1D8-A55D-4C42-8E53-C59929859AE6}">
      <dgm:prSet phldr="0"/>
      <dgm:spPr/>
      <dgm:t>
        <a:bodyPr/>
        <a:lstStyle/>
        <a:p>
          <a:r>
            <a:rPr lang="en-GB" sz="1800" b="0">
              <a:latin typeface="Calibri"/>
              <a:ea typeface="Calibri"/>
              <a:cs typeface="Calibri"/>
            </a:rPr>
            <a:t>Limited regional language support</a:t>
          </a:r>
        </a:p>
      </dgm:t>
    </dgm:pt>
    <dgm:pt modelId="{24E0490C-C19C-4190-BE83-3984D7CF988D}" type="parTrans" cxnId="{9554365C-CE33-4214-83FB-1E3D63F50269}">
      <dgm:prSet/>
      <dgm:spPr/>
      <dgm:t>
        <a:bodyPr/>
        <a:lstStyle/>
        <a:p>
          <a:endParaRPr lang="en-GB"/>
        </a:p>
      </dgm:t>
    </dgm:pt>
    <dgm:pt modelId="{B5D903F9-12A1-409E-B834-93435438657B}" type="sibTrans" cxnId="{9554365C-CE33-4214-83FB-1E3D63F50269}">
      <dgm:prSet/>
      <dgm:spPr/>
      <dgm:t>
        <a:bodyPr/>
        <a:lstStyle/>
        <a:p>
          <a:endParaRPr lang="en-GB"/>
        </a:p>
      </dgm:t>
    </dgm:pt>
    <dgm:pt modelId="{482EC84A-6EB9-4AB2-9FD5-CB10B8B83B6E}">
      <dgm:prSet phldr="0"/>
      <dgm:spPr/>
      <dgm:t>
        <a:bodyPr/>
        <a:lstStyle/>
        <a:p>
          <a:r>
            <a:rPr lang="en-GB" sz="1800" b="0">
              <a:latin typeface="Calibri"/>
              <a:ea typeface="Calibri"/>
              <a:cs typeface="Calibri"/>
            </a:rPr>
            <a:t>Lack of daily interaction &amp; companionship</a:t>
          </a:r>
          <a:endParaRPr lang="en-GB" sz="1800">
            <a:latin typeface="Calibri"/>
            <a:ea typeface="Calibri"/>
            <a:cs typeface="Calibri"/>
          </a:endParaRPr>
        </a:p>
      </dgm:t>
    </dgm:pt>
    <dgm:pt modelId="{E3A46F08-AF60-4475-8DF0-5858B0F04E4D}" type="parTrans" cxnId="{570FD765-70CE-451F-8819-8EE640CA0C00}">
      <dgm:prSet/>
      <dgm:spPr/>
      <dgm:t>
        <a:bodyPr/>
        <a:lstStyle/>
        <a:p>
          <a:endParaRPr lang="en-GB"/>
        </a:p>
      </dgm:t>
    </dgm:pt>
    <dgm:pt modelId="{CCF912A8-F623-4662-8ABE-D300141B6697}" type="sibTrans" cxnId="{570FD765-70CE-451F-8819-8EE640CA0C00}">
      <dgm:prSet/>
      <dgm:spPr/>
      <dgm:t>
        <a:bodyPr/>
        <a:lstStyle/>
        <a:p>
          <a:endParaRPr lang="en-GB"/>
        </a:p>
      </dgm:t>
    </dgm:pt>
    <dgm:pt modelId="{DB7387C4-656D-43AA-8A41-EFDE6BD1D813}" type="pres">
      <dgm:prSet presAssocID="{FCAFE8A9-CB5F-4DB2-A7DA-57CA53FF592F}" presName="root" presStyleCnt="0">
        <dgm:presLayoutVars>
          <dgm:chMax/>
          <dgm:chPref/>
          <dgm:animLvl val="lvl"/>
        </dgm:presLayoutVars>
      </dgm:prSet>
      <dgm:spPr/>
    </dgm:pt>
    <dgm:pt modelId="{201172F8-4A28-4862-A7C7-0C2FCEED7AFC}" type="pres">
      <dgm:prSet presAssocID="{FCAFE8A9-CB5F-4DB2-A7DA-57CA53FF592F}" presName="divider" presStyleLbl="fgAccFollowNode1" presStyleIdx="0" presStyleCnt="1"/>
      <dgm:spPr>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tailEnd type="triangle" w="lg" len="lg"/>
        </a:ln>
        <a:effectLst/>
      </dgm:spPr>
    </dgm:pt>
    <dgm:pt modelId="{465DF469-0D3C-49FE-907E-2F84611C0A5E}" type="pres">
      <dgm:prSet presAssocID="{FCAFE8A9-CB5F-4DB2-A7DA-57CA53FF592F}" presName="nodes" presStyleCnt="0">
        <dgm:presLayoutVars>
          <dgm:chMax/>
          <dgm:chPref/>
          <dgm:animLvl val="lvl"/>
        </dgm:presLayoutVars>
      </dgm:prSet>
      <dgm:spPr/>
    </dgm:pt>
    <dgm:pt modelId="{B40D6689-84A8-4978-A005-74AED5054928}" type="pres">
      <dgm:prSet presAssocID="{5DCA8305-68B9-4045-BFF0-20C0EDE8B143}" presName="composite" presStyleCnt="0"/>
      <dgm:spPr/>
    </dgm:pt>
    <dgm:pt modelId="{F2035BAB-15EB-4504-A5E3-F420DC1491DD}" type="pres">
      <dgm:prSet presAssocID="{5DCA8305-68B9-4045-BFF0-20C0EDE8B143}" presName="L1TextContainer" presStyleLbl="revTx" presStyleIdx="0" presStyleCnt="4">
        <dgm:presLayoutVars>
          <dgm:chMax val="1"/>
          <dgm:chPref val="1"/>
          <dgm:bulletEnabled val="1"/>
        </dgm:presLayoutVars>
      </dgm:prSet>
      <dgm:spPr/>
    </dgm:pt>
    <dgm:pt modelId="{92836925-0A2F-4707-A07D-C3678B5A1ED1}" type="pres">
      <dgm:prSet presAssocID="{5DCA8305-68B9-4045-BFF0-20C0EDE8B143}" presName="L2TextContainerWrapper" presStyleCnt="0">
        <dgm:presLayoutVars>
          <dgm:chMax val="0"/>
          <dgm:chPref val="0"/>
          <dgm:bulletEnabled val="1"/>
        </dgm:presLayoutVars>
      </dgm:prSet>
      <dgm:spPr/>
    </dgm:pt>
    <dgm:pt modelId="{B0DE107D-961B-4112-83AA-02D5D64C5CF5}" type="pres">
      <dgm:prSet presAssocID="{5DCA8305-68B9-4045-BFF0-20C0EDE8B143}" presName="L2TextContainer" presStyleLbl="bgAcc1" presStyleIdx="0" presStyleCnt="4"/>
      <dgm:spPr/>
    </dgm:pt>
    <dgm:pt modelId="{BC2D9E8F-FE4B-4587-882F-1B23111890ED}" type="pres">
      <dgm:prSet presAssocID="{5DCA8305-68B9-4045-BFF0-20C0EDE8B143}" presName="FlexibleEmptyPlaceHolder" presStyleCnt="0"/>
      <dgm:spPr/>
    </dgm:pt>
    <dgm:pt modelId="{A6B32664-D73B-493A-8ED9-CC8820D089AB}" type="pres">
      <dgm:prSet presAssocID="{5DCA8305-68B9-4045-BFF0-20C0EDE8B143}" presName="ConnectLine" presStyleLbl="sibTrans1D1" presStyleIdx="0" presStyleCnt="4"/>
      <dgm:spPr>
        <a:noFill/>
        <a:ln w="12700" cap="flat" cmpd="sng" algn="ctr">
          <a:solidFill>
            <a:schemeClr val="accent1">
              <a:hueOff val="0"/>
              <a:satOff val="0"/>
              <a:lumOff val="0"/>
              <a:alphaOff val="0"/>
            </a:schemeClr>
          </a:solidFill>
          <a:prstDash val="dash"/>
          <a:miter lim="800000"/>
        </a:ln>
        <a:effectLst/>
      </dgm:spPr>
    </dgm:pt>
    <dgm:pt modelId="{77DBFA22-8294-4881-A95C-588B768FDC43}" type="pres">
      <dgm:prSet presAssocID="{5DCA8305-68B9-4045-BFF0-20C0EDE8B143}" presName="ConnectorPoint" presStyleLbl="alignNode1" presStyleIdx="0" presStyleCnt="4"/>
      <dgm:spPr/>
    </dgm:pt>
    <dgm:pt modelId="{1EEC3154-039D-4F12-9BB7-90937FC6752F}" type="pres">
      <dgm:prSet presAssocID="{5DCA8305-68B9-4045-BFF0-20C0EDE8B143}" presName="EmptyPlaceHolder" presStyleCnt="0"/>
      <dgm:spPr/>
    </dgm:pt>
    <dgm:pt modelId="{F29BA1AE-9055-48FF-92BB-3246DF765195}" type="pres">
      <dgm:prSet presAssocID="{9CF44D18-A597-4457-85B0-E161327EBBD5}" presName="spaceBetweenRectangles" presStyleCnt="0"/>
      <dgm:spPr/>
    </dgm:pt>
    <dgm:pt modelId="{F9CE5EE8-A776-4E7E-81BC-26EED6459A8C}" type="pres">
      <dgm:prSet presAssocID="{21C635AD-213C-4CE1-8627-5BE796935F4F}" presName="composite" presStyleCnt="0"/>
      <dgm:spPr/>
    </dgm:pt>
    <dgm:pt modelId="{392FC83A-1D49-42E1-A4BA-C775A2A2FAD2}" type="pres">
      <dgm:prSet presAssocID="{21C635AD-213C-4CE1-8627-5BE796935F4F}" presName="L1TextContainer" presStyleLbl="revTx" presStyleIdx="1" presStyleCnt="4">
        <dgm:presLayoutVars>
          <dgm:chMax val="1"/>
          <dgm:chPref val="1"/>
          <dgm:bulletEnabled val="1"/>
        </dgm:presLayoutVars>
      </dgm:prSet>
      <dgm:spPr/>
    </dgm:pt>
    <dgm:pt modelId="{A20ACBC1-52AC-4BA7-ADA8-5776337E4C6A}" type="pres">
      <dgm:prSet presAssocID="{21C635AD-213C-4CE1-8627-5BE796935F4F}" presName="L2TextContainerWrapper" presStyleCnt="0">
        <dgm:presLayoutVars>
          <dgm:chMax val="0"/>
          <dgm:chPref val="0"/>
          <dgm:bulletEnabled val="1"/>
        </dgm:presLayoutVars>
      </dgm:prSet>
      <dgm:spPr/>
    </dgm:pt>
    <dgm:pt modelId="{3377C005-C301-4A1E-95D7-F000B0E691C6}" type="pres">
      <dgm:prSet presAssocID="{21C635AD-213C-4CE1-8627-5BE796935F4F}" presName="L2TextContainer" presStyleLbl="bgAcc1" presStyleIdx="1" presStyleCnt="4"/>
      <dgm:spPr/>
    </dgm:pt>
    <dgm:pt modelId="{8F667F59-3940-4B83-881C-9E215337231C}" type="pres">
      <dgm:prSet presAssocID="{21C635AD-213C-4CE1-8627-5BE796935F4F}" presName="FlexibleEmptyPlaceHolder" presStyleCnt="0"/>
      <dgm:spPr/>
    </dgm:pt>
    <dgm:pt modelId="{AC690131-6577-42D6-8C13-4398C53B1328}" type="pres">
      <dgm:prSet presAssocID="{21C635AD-213C-4CE1-8627-5BE796935F4F}" presName="ConnectLine" presStyleLbl="sibTrans1D1" presStyleIdx="1" presStyleCnt="4"/>
      <dgm:spPr>
        <a:noFill/>
        <a:ln w="12700" cap="flat" cmpd="sng" algn="ctr">
          <a:solidFill>
            <a:schemeClr val="accent1">
              <a:hueOff val="0"/>
              <a:satOff val="0"/>
              <a:lumOff val="0"/>
              <a:alphaOff val="0"/>
            </a:schemeClr>
          </a:solidFill>
          <a:prstDash val="dash"/>
          <a:miter lim="800000"/>
        </a:ln>
        <a:effectLst/>
      </dgm:spPr>
    </dgm:pt>
    <dgm:pt modelId="{C5AC43C5-6436-49D2-9EFA-660E9DA99F0E}" type="pres">
      <dgm:prSet presAssocID="{21C635AD-213C-4CE1-8627-5BE796935F4F}" presName="ConnectorPoint" presStyleLbl="alignNode1" presStyleIdx="1" presStyleCnt="4"/>
      <dgm:spPr/>
    </dgm:pt>
    <dgm:pt modelId="{31BE99FC-3E20-42AD-B149-F246C16944FC}" type="pres">
      <dgm:prSet presAssocID="{21C635AD-213C-4CE1-8627-5BE796935F4F}" presName="EmptyPlaceHolder" presStyleCnt="0"/>
      <dgm:spPr/>
    </dgm:pt>
    <dgm:pt modelId="{2A4CCB58-D2AF-48F8-B63D-CFADBE2DA7AB}" type="pres">
      <dgm:prSet presAssocID="{4E327C1F-874B-4D1A-9649-304504D47A12}" presName="spaceBetweenRectangles" presStyleCnt="0"/>
      <dgm:spPr/>
    </dgm:pt>
    <dgm:pt modelId="{D3A7919D-68E0-498B-9A4B-71BFEA9C8919}" type="pres">
      <dgm:prSet presAssocID="{82CFECF0-C284-410C-BE28-7FCC7BA9E6D2}" presName="composite" presStyleCnt="0"/>
      <dgm:spPr/>
    </dgm:pt>
    <dgm:pt modelId="{F65B66A1-18A5-4C03-A86F-060BEF3BA6C2}" type="pres">
      <dgm:prSet presAssocID="{82CFECF0-C284-410C-BE28-7FCC7BA9E6D2}" presName="L1TextContainer" presStyleLbl="revTx" presStyleIdx="2" presStyleCnt="4">
        <dgm:presLayoutVars>
          <dgm:chMax val="1"/>
          <dgm:chPref val="1"/>
          <dgm:bulletEnabled val="1"/>
        </dgm:presLayoutVars>
      </dgm:prSet>
      <dgm:spPr/>
    </dgm:pt>
    <dgm:pt modelId="{941270F9-ADA1-4805-A7A9-4F11A4CA636D}" type="pres">
      <dgm:prSet presAssocID="{82CFECF0-C284-410C-BE28-7FCC7BA9E6D2}" presName="L2TextContainerWrapper" presStyleCnt="0">
        <dgm:presLayoutVars>
          <dgm:chMax val="0"/>
          <dgm:chPref val="0"/>
          <dgm:bulletEnabled val="1"/>
        </dgm:presLayoutVars>
      </dgm:prSet>
      <dgm:spPr/>
    </dgm:pt>
    <dgm:pt modelId="{4EC02F7F-90E7-4D59-9CF5-88107D5D0FB5}" type="pres">
      <dgm:prSet presAssocID="{82CFECF0-C284-410C-BE28-7FCC7BA9E6D2}" presName="L2TextContainer" presStyleLbl="bgAcc1" presStyleIdx="2" presStyleCnt="4"/>
      <dgm:spPr/>
    </dgm:pt>
    <dgm:pt modelId="{0F6F333F-7204-4DB7-B712-AC8462157CF3}" type="pres">
      <dgm:prSet presAssocID="{82CFECF0-C284-410C-BE28-7FCC7BA9E6D2}" presName="FlexibleEmptyPlaceHolder" presStyleCnt="0"/>
      <dgm:spPr/>
    </dgm:pt>
    <dgm:pt modelId="{652C3D7F-36C9-4F10-A676-20DE63C9D11A}" type="pres">
      <dgm:prSet presAssocID="{82CFECF0-C284-410C-BE28-7FCC7BA9E6D2}" presName="ConnectLine" presStyleLbl="sibTrans1D1" presStyleIdx="2" presStyleCnt="4"/>
      <dgm:spPr>
        <a:noFill/>
        <a:ln w="12700" cap="flat" cmpd="sng" algn="ctr">
          <a:solidFill>
            <a:schemeClr val="accent1">
              <a:hueOff val="0"/>
              <a:satOff val="0"/>
              <a:lumOff val="0"/>
              <a:alphaOff val="0"/>
            </a:schemeClr>
          </a:solidFill>
          <a:prstDash val="dash"/>
          <a:miter lim="800000"/>
        </a:ln>
        <a:effectLst/>
      </dgm:spPr>
    </dgm:pt>
    <dgm:pt modelId="{C9AB4530-9618-4112-A5CB-73F8DED75AA7}" type="pres">
      <dgm:prSet presAssocID="{82CFECF0-C284-410C-BE28-7FCC7BA9E6D2}" presName="ConnectorPoint" presStyleLbl="alignNode1" presStyleIdx="2" presStyleCnt="4"/>
      <dgm:spPr/>
    </dgm:pt>
    <dgm:pt modelId="{6CA4951E-698D-40F0-B86D-18CC3F32EDBF}" type="pres">
      <dgm:prSet presAssocID="{82CFECF0-C284-410C-BE28-7FCC7BA9E6D2}" presName="EmptyPlaceHolder" presStyleCnt="0"/>
      <dgm:spPr/>
    </dgm:pt>
    <dgm:pt modelId="{8C003882-2606-440C-BF15-B69CC40370DA}" type="pres">
      <dgm:prSet presAssocID="{4F1C3351-C611-4BD5-9D94-F6F96E08D52D}" presName="spaceBetweenRectangles" presStyleCnt="0"/>
      <dgm:spPr/>
    </dgm:pt>
    <dgm:pt modelId="{12FA6844-9717-4DFC-A93C-F7E638F908CC}" type="pres">
      <dgm:prSet presAssocID="{EA07A950-E00B-4C1A-B860-8A718C8E2172}" presName="composite" presStyleCnt="0"/>
      <dgm:spPr/>
    </dgm:pt>
    <dgm:pt modelId="{1F29C26D-9368-42C5-87C7-565476A72FC5}" type="pres">
      <dgm:prSet presAssocID="{EA07A950-E00B-4C1A-B860-8A718C8E2172}" presName="L1TextContainer" presStyleLbl="revTx" presStyleIdx="3" presStyleCnt="4">
        <dgm:presLayoutVars>
          <dgm:chMax val="1"/>
          <dgm:chPref val="1"/>
          <dgm:bulletEnabled val="1"/>
        </dgm:presLayoutVars>
      </dgm:prSet>
      <dgm:spPr/>
    </dgm:pt>
    <dgm:pt modelId="{0F8ACDF4-4C32-4D24-8FED-491F0421023B}" type="pres">
      <dgm:prSet presAssocID="{EA07A950-E00B-4C1A-B860-8A718C8E2172}" presName="L2TextContainerWrapper" presStyleCnt="0">
        <dgm:presLayoutVars>
          <dgm:chMax val="0"/>
          <dgm:chPref val="0"/>
          <dgm:bulletEnabled val="1"/>
        </dgm:presLayoutVars>
      </dgm:prSet>
      <dgm:spPr/>
    </dgm:pt>
    <dgm:pt modelId="{06ED1EB9-B91B-4C72-88F2-F40BD8D0847D}" type="pres">
      <dgm:prSet presAssocID="{EA07A950-E00B-4C1A-B860-8A718C8E2172}" presName="L2TextContainer" presStyleLbl="bgAcc1" presStyleIdx="3" presStyleCnt="4"/>
      <dgm:spPr/>
    </dgm:pt>
    <dgm:pt modelId="{8F2D6A0A-A246-417F-AE88-5D9A765C463A}" type="pres">
      <dgm:prSet presAssocID="{EA07A950-E00B-4C1A-B860-8A718C8E2172}" presName="FlexibleEmptyPlaceHolder" presStyleCnt="0"/>
      <dgm:spPr/>
    </dgm:pt>
    <dgm:pt modelId="{E80EC380-6B77-43E7-9FC2-9E3F786F5F03}" type="pres">
      <dgm:prSet presAssocID="{EA07A950-E00B-4C1A-B860-8A718C8E2172}" presName="ConnectLine" presStyleLbl="sibTrans1D1" presStyleIdx="3" presStyleCnt="4"/>
      <dgm:spPr>
        <a:noFill/>
        <a:ln w="12700" cap="flat" cmpd="sng" algn="ctr">
          <a:solidFill>
            <a:schemeClr val="accent1">
              <a:hueOff val="0"/>
              <a:satOff val="0"/>
              <a:lumOff val="0"/>
              <a:alphaOff val="0"/>
            </a:schemeClr>
          </a:solidFill>
          <a:prstDash val="dash"/>
          <a:miter lim="800000"/>
        </a:ln>
        <a:effectLst/>
      </dgm:spPr>
    </dgm:pt>
    <dgm:pt modelId="{EF4A1EA3-54D9-4644-B108-27DA0542C01F}" type="pres">
      <dgm:prSet presAssocID="{EA07A950-E00B-4C1A-B860-8A718C8E2172}" presName="ConnectorPoint" presStyleLbl="alignNode1" presStyleIdx="3" presStyleCnt="4"/>
      <dgm:spPr/>
    </dgm:pt>
    <dgm:pt modelId="{A5636539-DB12-4C87-A2C2-E35A507C16C8}" type="pres">
      <dgm:prSet presAssocID="{EA07A950-E00B-4C1A-B860-8A718C8E2172}" presName="EmptyPlaceHolder" presStyleCnt="0"/>
      <dgm:spPr/>
    </dgm:pt>
  </dgm:ptLst>
  <dgm:cxnLst>
    <dgm:cxn modelId="{5E388A0A-438A-4063-B243-F8DCF51EB00C}" srcId="{FCAFE8A9-CB5F-4DB2-A7DA-57CA53FF592F}" destId="{21C635AD-213C-4CE1-8627-5BE796935F4F}" srcOrd="1" destOrd="0" parTransId="{1CD8D289-108D-4B34-A673-15B7BD120DE0}" sibTransId="{4E327C1F-874B-4D1A-9649-304504D47A12}"/>
    <dgm:cxn modelId="{0DA7700B-9607-40BE-9CE0-6AA215E77262}" type="presOf" srcId="{6D663230-B2B8-4912-8BFD-AA1F0E0B3B3E}" destId="{B0DE107D-961B-4112-83AA-02D5D64C5CF5}" srcOrd="0" destOrd="0" presId="urn:microsoft.com/office/officeart/2016/7/layout/BasicTimeline"/>
    <dgm:cxn modelId="{A80ECB1A-359F-4A37-937E-141D0DF359A5}" srcId="{FCAFE8A9-CB5F-4DB2-A7DA-57CA53FF592F}" destId="{EA07A950-E00B-4C1A-B860-8A718C8E2172}" srcOrd="3" destOrd="0" parTransId="{D6F30558-0CB7-4626-86CC-55DB4C2C2AC9}" sibTransId="{8DDD7DFA-2B9F-4450-AA24-4DDB31B1B7E3}"/>
    <dgm:cxn modelId="{26EE802C-4131-435D-B41D-042F5BEA3203}" type="presOf" srcId="{8220BA1B-D9A8-466B-8BFB-73A11920D4EE}" destId="{4EC02F7F-90E7-4D59-9CF5-88107D5D0FB5}" srcOrd="0" destOrd="1" presId="urn:microsoft.com/office/officeart/2016/7/layout/BasicTimeline"/>
    <dgm:cxn modelId="{99D10632-750D-4F66-8535-436F46339EE5}" type="presOf" srcId="{F9D5CD6C-D829-469B-825E-DC085859BA30}" destId="{4EC02F7F-90E7-4D59-9CF5-88107D5D0FB5}" srcOrd="0" destOrd="0" presId="urn:microsoft.com/office/officeart/2016/7/layout/BasicTimeline"/>
    <dgm:cxn modelId="{9554365C-CE33-4214-83FB-1E3D63F50269}" srcId="{EA07A950-E00B-4C1A-B860-8A718C8E2172}" destId="{7E9CB1D8-A55D-4C42-8E53-C59929859AE6}" srcOrd="0" destOrd="0" parTransId="{24E0490C-C19C-4190-BE83-3984D7CF988D}" sibTransId="{B5D903F9-12A1-409E-B834-93435438657B}"/>
    <dgm:cxn modelId="{F3731D64-E760-43F6-9710-FA1C7D7E789D}" type="presOf" srcId="{482EC84A-6EB9-4AB2-9FD5-CB10B8B83B6E}" destId="{06ED1EB9-B91B-4C72-88F2-F40BD8D0847D}" srcOrd="0" destOrd="1" presId="urn:microsoft.com/office/officeart/2016/7/layout/BasicTimeline"/>
    <dgm:cxn modelId="{570FD765-70CE-451F-8819-8EE640CA0C00}" srcId="{EA07A950-E00B-4C1A-B860-8A718C8E2172}" destId="{482EC84A-6EB9-4AB2-9FD5-CB10B8B83B6E}" srcOrd="1" destOrd="0" parTransId="{E3A46F08-AF60-4475-8DF0-5858B0F04E4D}" sibTransId="{CCF912A8-F623-4662-8ABE-D300141B6697}"/>
    <dgm:cxn modelId="{1EC23449-B88B-4D54-A796-4462B842262F}" type="presOf" srcId="{EA07A950-E00B-4C1A-B860-8A718C8E2172}" destId="{1F29C26D-9368-42C5-87C7-565476A72FC5}" srcOrd="0" destOrd="0" presId="urn:microsoft.com/office/officeart/2016/7/layout/BasicTimeline"/>
    <dgm:cxn modelId="{C83A9169-F164-48AB-8C8C-A41C7F480C02}" srcId="{FCAFE8A9-CB5F-4DB2-A7DA-57CA53FF592F}" destId="{5DCA8305-68B9-4045-BFF0-20C0EDE8B143}" srcOrd="0" destOrd="0" parTransId="{DA05F0EE-6F6D-46FE-8CBD-1431A79A30B7}" sibTransId="{9CF44D18-A597-4457-85B0-E161327EBBD5}"/>
    <dgm:cxn modelId="{F315DF69-876D-4098-A053-0CC496C4A65D}" type="presOf" srcId="{82CFECF0-C284-410C-BE28-7FCC7BA9E6D2}" destId="{F65B66A1-18A5-4C03-A86F-060BEF3BA6C2}" srcOrd="0" destOrd="0" presId="urn:microsoft.com/office/officeart/2016/7/layout/BasicTimeline"/>
    <dgm:cxn modelId="{2AC12B6D-6163-49D1-8128-6E7428EFCD65}" type="presOf" srcId="{00410361-10B8-4BA0-BD6A-D01FF5FF91A4}" destId="{3377C005-C301-4A1E-95D7-F000B0E691C6}" srcOrd="0" destOrd="0" presId="urn:microsoft.com/office/officeart/2016/7/layout/BasicTimeline"/>
    <dgm:cxn modelId="{234E3971-BC2F-4566-970F-17B8C857958D}" type="presOf" srcId="{FCAFE8A9-CB5F-4DB2-A7DA-57CA53FF592F}" destId="{DB7387C4-656D-43AA-8A41-EFDE6BD1D813}" srcOrd="0" destOrd="0" presId="urn:microsoft.com/office/officeart/2016/7/layout/BasicTimeline"/>
    <dgm:cxn modelId="{369D5953-8E24-4FE8-A251-F94B052B9C39}" srcId="{5DCA8305-68B9-4045-BFF0-20C0EDE8B143}" destId="{7C53C32B-8662-4629-91B9-C1CAF8DEE988}" srcOrd="1" destOrd="0" parTransId="{8EF0FB8E-03CE-48AE-8DBC-0D9C9BDB7D06}" sibTransId="{5F42EAF5-FD5E-4157-BD2A-D102B1213142}"/>
    <dgm:cxn modelId="{0B3C5B88-18E2-4984-B173-AFEF4D6CA0F1}" srcId="{21C635AD-213C-4CE1-8627-5BE796935F4F}" destId="{00410361-10B8-4BA0-BD6A-D01FF5FF91A4}" srcOrd="0" destOrd="0" parTransId="{6FF7D300-AA44-4522-B67E-FEED52C67F95}" sibTransId="{8E032920-6B88-4356-8AEC-0ABE652B5A47}"/>
    <dgm:cxn modelId="{4B911689-4067-4DB5-8F38-80CA9C6031B9}" srcId="{FCAFE8A9-CB5F-4DB2-A7DA-57CA53FF592F}" destId="{82CFECF0-C284-410C-BE28-7FCC7BA9E6D2}" srcOrd="2" destOrd="0" parTransId="{50567252-5B2B-4762-81E5-51545DF82AD1}" sibTransId="{4F1C3351-C611-4BD5-9D94-F6F96E08D52D}"/>
    <dgm:cxn modelId="{4EE400C1-B178-42CF-913C-C28BA191F1FF}" srcId="{82CFECF0-C284-410C-BE28-7FCC7BA9E6D2}" destId="{F9D5CD6C-D829-469B-825E-DC085859BA30}" srcOrd="0" destOrd="0" parTransId="{468E9A98-0868-4424-A94B-ABF5604F9C4C}" sibTransId="{430EE588-5D1A-47C3-B468-3E092C148A25}"/>
    <dgm:cxn modelId="{D31AFBCD-D88F-4363-ABE2-D7096F6C5089}" srcId="{5DCA8305-68B9-4045-BFF0-20C0EDE8B143}" destId="{6D663230-B2B8-4912-8BFD-AA1F0E0B3B3E}" srcOrd="0" destOrd="0" parTransId="{1389072C-C631-44FF-ADAD-C97760853108}" sibTransId="{2EB7AB45-1948-4247-B863-CE8F3D0A9976}"/>
    <dgm:cxn modelId="{FDD6EBD6-901F-440F-B986-3FEFF012E522}" srcId="{21C635AD-213C-4CE1-8627-5BE796935F4F}" destId="{6F91A92D-D392-4290-AE30-C586411E3C7F}" srcOrd="1" destOrd="0" parTransId="{F3BCBABA-5B4E-4795-88E7-B0FC0E9370DA}" sibTransId="{32E8EE45-D156-40EC-837B-7A4548A1DD47}"/>
    <dgm:cxn modelId="{FF87F7DE-F17A-4307-8BB0-B1B0B84205D6}" srcId="{82CFECF0-C284-410C-BE28-7FCC7BA9E6D2}" destId="{8220BA1B-D9A8-466B-8BFB-73A11920D4EE}" srcOrd="1" destOrd="0" parTransId="{0C23D40D-5B82-43A1-9681-57BD9475C4D0}" sibTransId="{4673DDF5-4FBE-42CA-82B9-914D991F7E6B}"/>
    <dgm:cxn modelId="{C53A51E1-6C1D-4ACB-9561-6E54727E4FAA}" type="presOf" srcId="{21C635AD-213C-4CE1-8627-5BE796935F4F}" destId="{392FC83A-1D49-42E1-A4BA-C775A2A2FAD2}" srcOrd="0" destOrd="0" presId="urn:microsoft.com/office/officeart/2016/7/layout/BasicTimeline"/>
    <dgm:cxn modelId="{C49322E2-AE06-4588-97ED-99AB36739B30}" type="presOf" srcId="{6F91A92D-D392-4290-AE30-C586411E3C7F}" destId="{3377C005-C301-4A1E-95D7-F000B0E691C6}" srcOrd="0" destOrd="1" presId="urn:microsoft.com/office/officeart/2016/7/layout/BasicTimeline"/>
    <dgm:cxn modelId="{246D82F2-B7A8-4574-9093-A4D28ED0A0D5}" type="presOf" srcId="{5DCA8305-68B9-4045-BFF0-20C0EDE8B143}" destId="{F2035BAB-15EB-4504-A5E3-F420DC1491DD}" srcOrd="0" destOrd="0" presId="urn:microsoft.com/office/officeart/2016/7/layout/BasicTimeline"/>
    <dgm:cxn modelId="{210B5BFA-FFA0-4814-B144-436386CD663E}" type="presOf" srcId="{7C53C32B-8662-4629-91B9-C1CAF8DEE988}" destId="{B0DE107D-961B-4112-83AA-02D5D64C5CF5}" srcOrd="0" destOrd="1" presId="urn:microsoft.com/office/officeart/2016/7/layout/BasicTimeline"/>
    <dgm:cxn modelId="{AAF9C2FC-7353-4D3D-AC8E-09B7E551C200}" type="presOf" srcId="{7E9CB1D8-A55D-4C42-8E53-C59929859AE6}" destId="{06ED1EB9-B91B-4C72-88F2-F40BD8D0847D}" srcOrd="0" destOrd="0" presId="urn:microsoft.com/office/officeart/2016/7/layout/BasicTimeline"/>
    <dgm:cxn modelId="{CF4B4448-5521-437C-A872-36E229700848}" type="presParOf" srcId="{DB7387C4-656D-43AA-8A41-EFDE6BD1D813}" destId="{201172F8-4A28-4862-A7C7-0C2FCEED7AFC}" srcOrd="0" destOrd="0" presId="urn:microsoft.com/office/officeart/2016/7/layout/BasicTimeline"/>
    <dgm:cxn modelId="{7D2D7FB9-C67F-4AF1-A6F4-A5B8D1F793BA}" type="presParOf" srcId="{DB7387C4-656D-43AA-8A41-EFDE6BD1D813}" destId="{465DF469-0D3C-49FE-907E-2F84611C0A5E}" srcOrd="1" destOrd="0" presId="urn:microsoft.com/office/officeart/2016/7/layout/BasicTimeline"/>
    <dgm:cxn modelId="{67907013-1E75-4ECC-94CA-B1BD78B21F37}" type="presParOf" srcId="{465DF469-0D3C-49FE-907E-2F84611C0A5E}" destId="{B40D6689-84A8-4978-A005-74AED5054928}" srcOrd="0" destOrd="0" presId="urn:microsoft.com/office/officeart/2016/7/layout/BasicTimeline"/>
    <dgm:cxn modelId="{773A0566-7559-46A5-B778-B238FB852D8F}" type="presParOf" srcId="{B40D6689-84A8-4978-A005-74AED5054928}" destId="{F2035BAB-15EB-4504-A5E3-F420DC1491DD}" srcOrd="0" destOrd="0" presId="urn:microsoft.com/office/officeart/2016/7/layout/BasicTimeline"/>
    <dgm:cxn modelId="{938620A9-EEDF-4D8F-9CC0-16C65D50AE5F}" type="presParOf" srcId="{B40D6689-84A8-4978-A005-74AED5054928}" destId="{92836925-0A2F-4707-A07D-C3678B5A1ED1}" srcOrd="1" destOrd="0" presId="urn:microsoft.com/office/officeart/2016/7/layout/BasicTimeline"/>
    <dgm:cxn modelId="{5C99D8F9-F4A5-4309-AFE6-F240812BAEED}" type="presParOf" srcId="{92836925-0A2F-4707-A07D-C3678B5A1ED1}" destId="{B0DE107D-961B-4112-83AA-02D5D64C5CF5}" srcOrd="0" destOrd="0" presId="urn:microsoft.com/office/officeart/2016/7/layout/BasicTimeline"/>
    <dgm:cxn modelId="{20929F47-183C-4439-9830-0E80728CAEBE}" type="presParOf" srcId="{92836925-0A2F-4707-A07D-C3678B5A1ED1}" destId="{BC2D9E8F-FE4B-4587-882F-1B23111890ED}" srcOrd="1" destOrd="0" presId="urn:microsoft.com/office/officeart/2016/7/layout/BasicTimeline"/>
    <dgm:cxn modelId="{B1A5F02E-4099-495D-A40F-9C50223C4FCE}" type="presParOf" srcId="{B40D6689-84A8-4978-A005-74AED5054928}" destId="{A6B32664-D73B-493A-8ED9-CC8820D089AB}" srcOrd="2" destOrd="0" presId="urn:microsoft.com/office/officeart/2016/7/layout/BasicTimeline"/>
    <dgm:cxn modelId="{3405C09B-2235-4FE9-8A69-A590F2BB51BE}" type="presParOf" srcId="{B40D6689-84A8-4978-A005-74AED5054928}" destId="{77DBFA22-8294-4881-A95C-588B768FDC43}" srcOrd="3" destOrd="0" presId="urn:microsoft.com/office/officeart/2016/7/layout/BasicTimeline"/>
    <dgm:cxn modelId="{4421AAEF-E023-4321-8CEF-97BD8E947CE8}" type="presParOf" srcId="{B40D6689-84A8-4978-A005-74AED5054928}" destId="{1EEC3154-039D-4F12-9BB7-90937FC6752F}" srcOrd="4" destOrd="0" presId="urn:microsoft.com/office/officeart/2016/7/layout/BasicTimeline"/>
    <dgm:cxn modelId="{F46BE1E1-B628-4E8D-B728-FEE3160BCC02}" type="presParOf" srcId="{465DF469-0D3C-49FE-907E-2F84611C0A5E}" destId="{F29BA1AE-9055-48FF-92BB-3246DF765195}" srcOrd="1" destOrd="0" presId="urn:microsoft.com/office/officeart/2016/7/layout/BasicTimeline"/>
    <dgm:cxn modelId="{5526F3CE-9881-410D-80B0-A35160873A86}" type="presParOf" srcId="{465DF469-0D3C-49FE-907E-2F84611C0A5E}" destId="{F9CE5EE8-A776-4E7E-81BC-26EED6459A8C}" srcOrd="2" destOrd="0" presId="urn:microsoft.com/office/officeart/2016/7/layout/BasicTimeline"/>
    <dgm:cxn modelId="{E99A16D9-AFD1-4353-ABF5-73AE5F0DFDF8}" type="presParOf" srcId="{F9CE5EE8-A776-4E7E-81BC-26EED6459A8C}" destId="{392FC83A-1D49-42E1-A4BA-C775A2A2FAD2}" srcOrd="0" destOrd="0" presId="urn:microsoft.com/office/officeart/2016/7/layout/BasicTimeline"/>
    <dgm:cxn modelId="{5B8A063F-D6FB-4B5A-AF61-48EA613733B5}" type="presParOf" srcId="{F9CE5EE8-A776-4E7E-81BC-26EED6459A8C}" destId="{A20ACBC1-52AC-4BA7-ADA8-5776337E4C6A}" srcOrd="1" destOrd="0" presId="urn:microsoft.com/office/officeart/2016/7/layout/BasicTimeline"/>
    <dgm:cxn modelId="{F37DD04B-849D-4299-A2C8-6A0F06B3E5A0}" type="presParOf" srcId="{A20ACBC1-52AC-4BA7-ADA8-5776337E4C6A}" destId="{3377C005-C301-4A1E-95D7-F000B0E691C6}" srcOrd="0" destOrd="0" presId="urn:microsoft.com/office/officeart/2016/7/layout/BasicTimeline"/>
    <dgm:cxn modelId="{EAC847BF-1A53-4D9D-B335-F0A73E3E79DC}" type="presParOf" srcId="{A20ACBC1-52AC-4BA7-ADA8-5776337E4C6A}" destId="{8F667F59-3940-4B83-881C-9E215337231C}" srcOrd="1" destOrd="0" presId="urn:microsoft.com/office/officeart/2016/7/layout/BasicTimeline"/>
    <dgm:cxn modelId="{68DB89CA-79FF-4C67-9191-4B8E4D267989}" type="presParOf" srcId="{F9CE5EE8-A776-4E7E-81BC-26EED6459A8C}" destId="{AC690131-6577-42D6-8C13-4398C53B1328}" srcOrd="2" destOrd="0" presId="urn:microsoft.com/office/officeart/2016/7/layout/BasicTimeline"/>
    <dgm:cxn modelId="{BEF40072-F662-4D48-85CB-9BAD09E65DE5}" type="presParOf" srcId="{F9CE5EE8-A776-4E7E-81BC-26EED6459A8C}" destId="{C5AC43C5-6436-49D2-9EFA-660E9DA99F0E}" srcOrd="3" destOrd="0" presId="urn:microsoft.com/office/officeart/2016/7/layout/BasicTimeline"/>
    <dgm:cxn modelId="{08B3F786-145F-4031-93B9-628C5E4EF58D}" type="presParOf" srcId="{F9CE5EE8-A776-4E7E-81BC-26EED6459A8C}" destId="{31BE99FC-3E20-42AD-B149-F246C16944FC}" srcOrd="4" destOrd="0" presId="urn:microsoft.com/office/officeart/2016/7/layout/BasicTimeline"/>
    <dgm:cxn modelId="{52471AB5-1813-47BB-BB77-9393482F4297}" type="presParOf" srcId="{465DF469-0D3C-49FE-907E-2F84611C0A5E}" destId="{2A4CCB58-D2AF-48F8-B63D-CFADBE2DA7AB}" srcOrd="3" destOrd="0" presId="urn:microsoft.com/office/officeart/2016/7/layout/BasicTimeline"/>
    <dgm:cxn modelId="{AC2A7DF2-4001-4841-B188-267EE2602CAF}" type="presParOf" srcId="{465DF469-0D3C-49FE-907E-2F84611C0A5E}" destId="{D3A7919D-68E0-498B-9A4B-71BFEA9C8919}" srcOrd="4" destOrd="0" presId="urn:microsoft.com/office/officeart/2016/7/layout/BasicTimeline"/>
    <dgm:cxn modelId="{942A23C0-50C1-4394-9389-87CCFE21A859}" type="presParOf" srcId="{D3A7919D-68E0-498B-9A4B-71BFEA9C8919}" destId="{F65B66A1-18A5-4C03-A86F-060BEF3BA6C2}" srcOrd="0" destOrd="0" presId="urn:microsoft.com/office/officeart/2016/7/layout/BasicTimeline"/>
    <dgm:cxn modelId="{C2EC8F0C-FDB8-49D0-8E27-97AD35659704}" type="presParOf" srcId="{D3A7919D-68E0-498B-9A4B-71BFEA9C8919}" destId="{941270F9-ADA1-4805-A7A9-4F11A4CA636D}" srcOrd="1" destOrd="0" presId="urn:microsoft.com/office/officeart/2016/7/layout/BasicTimeline"/>
    <dgm:cxn modelId="{6C3568CC-88D3-4C84-8DA3-49B69D989FB8}" type="presParOf" srcId="{941270F9-ADA1-4805-A7A9-4F11A4CA636D}" destId="{4EC02F7F-90E7-4D59-9CF5-88107D5D0FB5}" srcOrd="0" destOrd="0" presId="urn:microsoft.com/office/officeart/2016/7/layout/BasicTimeline"/>
    <dgm:cxn modelId="{D3CE3AD5-53AB-461E-B6F5-58F527A49C20}" type="presParOf" srcId="{941270F9-ADA1-4805-A7A9-4F11A4CA636D}" destId="{0F6F333F-7204-4DB7-B712-AC8462157CF3}" srcOrd="1" destOrd="0" presId="urn:microsoft.com/office/officeart/2016/7/layout/BasicTimeline"/>
    <dgm:cxn modelId="{EC234327-7942-4DFD-BE9E-46429602207B}" type="presParOf" srcId="{D3A7919D-68E0-498B-9A4B-71BFEA9C8919}" destId="{652C3D7F-36C9-4F10-A676-20DE63C9D11A}" srcOrd="2" destOrd="0" presId="urn:microsoft.com/office/officeart/2016/7/layout/BasicTimeline"/>
    <dgm:cxn modelId="{A46364A6-2966-49DC-A861-0CE79EAEB2C9}" type="presParOf" srcId="{D3A7919D-68E0-498B-9A4B-71BFEA9C8919}" destId="{C9AB4530-9618-4112-A5CB-73F8DED75AA7}" srcOrd="3" destOrd="0" presId="urn:microsoft.com/office/officeart/2016/7/layout/BasicTimeline"/>
    <dgm:cxn modelId="{BCFC48F6-5A0F-4C3C-AA35-60A124C7CD67}" type="presParOf" srcId="{D3A7919D-68E0-498B-9A4B-71BFEA9C8919}" destId="{6CA4951E-698D-40F0-B86D-18CC3F32EDBF}" srcOrd="4" destOrd="0" presId="urn:microsoft.com/office/officeart/2016/7/layout/BasicTimeline"/>
    <dgm:cxn modelId="{1462511E-9502-4ED1-80AB-FCBFCB8A7101}" type="presParOf" srcId="{465DF469-0D3C-49FE-907E-2F84611C0A5E}" destId="{8C003882-2606-440C-BF15-B69CC40370DA}" srcOrd="5" destOrd="0" presId="urn:microsoft.com/office/officeart/2016/7/layout/BasicTimeline"/>
    <dgm:cxn modelId="{41F7FDE7-8764-4894-8324-F858BB07A73C}" type="presParOf" srcId="{465DF469-0D3C-49FE-907E-2F84611C0A5E}" destId="{12FA6844-9717-4DFC-A93C-F7E638F908CC}" srcOrd="6" destOrd="0" presId="urn:microsoft.com/office/officeart/2016/7/layout/BasicTimeline"/>
    <dgm:cxn modelId="{4642B877-7E87-43C1-897D-0C9EEDA78508}" type="presParOf" srcId="{12FA6844-9717-4DFC-A93C-F7E638F908CC}" destId="{1F29C26D-9368-42C5-87C7-565476A72FC5}" srcOrd="0" destOrd="0" presId="urn:microsoft.com/office/officeart/2016/7/layout/BasicTimeline"/>
    <dgm:cxn modelId="{8F96C5C4-80A6-4A86-A6DA-FF22FAB7D29C}" type="presParOf" srcId="{12FA6844-9717-4DFC-A93C-F7E638F908CC}" destId="{0F8ACDF4-4C32-4D24-8FED-491F0421023B}" srcOrd="1" destOrd="0" presId="urn:microsoft.com/office/officeart/2016/7/layout/BasicTimeline"/>
    <dgm:cxn modelId="{94565369-5B74-424D-B0BD-13067230FC3A}" type="presParOf" srcId="{0F8ACDF4-4C32-4D24-8FED-491F0421023B}" destId="{06ED1EB9-B91B-4C72-88F2-F40BD8D0847D}" srcOrd="0" destOrd="0" presId="urn:microsoft.com/office/officeart/2016/7/layout/BasicTimeline"/>
    <dgm:cxn modelId="{A6A6A80C-A518-461A-958F-629028F9C3B9}" type="presParOf" srcId="{0F8ACDF4-4C32-4D24-8FED-491F0421023B}" destId="{8F2D6A0A-A246-417F-AE88-5D9A765C463A}" srcOrd="1" destOrd="0" presId="urn:microsoft.com/office/officeart/2016/7/layout/BasicTimeline"/>
    <dgm:cxn modelId="{2BF0805C-C0D4-4CF1-9858-959FE17F73DF}" type="presParOf" srcId="{12FA6844-9717-4DFC-A93C-F7E638F908CC}" destId="{E80EC380-6B77-43E7-9FC2-9E3F786F5F03}" srcOrd="2" destOrd="0" presId="urn:microsoft.com/office/officeart/2016/7/layout/BasicTimeline"/>
    <dgm:cxn modelId="{162EE0FE-CC38-433E-ABEC-D79F1E2B6A87}" type="presParOf" srcId="{12FA6844-9717-4DFC-A93C-F7E638F908CC}" destId="{EF4A1EA3-54D9-4644-B108-27DA0542C01F}" srcOrd="3" destOrd="0" presId="urn:microsoft.com/office/officeart/2016/7/layout/BasicTimeline"/>
    <dgm:cxn modelId="{B734044E-9407-4C51-879B-4265F471B4A8}" type="presParOf" srcId="{12FA6844-9717-4DFC-A93C-F7E638F908CC}" destId="{A5636539-DB12-4C87-A2C2-E35A507C16C8}" srcOrd="4"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E2443EE-EF9E-40B1-BB6E-4C9674918084}" type="doc">
      <dgm:prSet loTypeId="urn:microsoft.com/office/officeart/2005/8/layout/process2" loCatId="process" qsTypeId="urn:microsoft.com/office/officeart/2005/8/quickstyle/simple1" qsCatId="simple" csTypeId="urn:microsoft.com/office/officeart/2005/8/colors/accent1_2" csCatId="accent1" phldr="1"/>
      <dgm:spPr/>
    </dgm:pt>
    <dgm:pt modelId="{E5CD6C12-80EE-43EA-80DA-CBA184F9A3FB}">
      <dgm:prSet/>
      <dgm:spPr/>
      <dgm:t>
        <a:bodyPr/>
        <a:lstStyle/>
        <a:p>
          <a:pPr rtl="0"/>
          <a:r>
            <a:rPr lang="en-GB" b="0">
              <a:latin typeface="Calibri"/>
              <a:ea typeface="Calibri"/>
              <a:cs typeface="Calibri"/>
            </a:rPr>
            <a:t>Emergency</a:t>
          </a:r>
        </a:p>
      </dgm:t>
    </dgm:pt>
    <dgm:pt modelId="{D80345AB-DF3A-46F5-9E64-183201A76CAF}" type="parTrans" cxnId="{9603CF72-8B08-4B97-B65D-12D552090CF1}">
      <dgm:prSet/>
      <dgm:spPr/>
    </dgm:pt>
    <dgm:pt modelId="{3EE14859-D1A5-4A66-AEEC-90B0423B0385}" type="sibTrans" cxnId="{9603CF72-8B08-4B97-B65D-12D552090CF1}">
      <dgm:prSet/>
      <dgm:spPr/>
      <dgm:t>
        <a:bodyPr/>
        <a:lstStyle/>
        <a:p>
          <a:endParaRPr lang="en-GB"/>
        </a:p>
      </dgm:t>
    </dgm:pt>
    <dgm:pt modelId="{994F8C34-4A5B-4460-A88D-493B8AA1C4C0}">
      <dgm:prSet phldr="0"/>
      <dgm:spPr/>
      <dgm:t>
        <a:bodyPr/>
        <a:lstStyle/>
        <a:p>
          <a:pPr rtl="0"/>
          <a:r>
            <a:rPr lang="en-GB">
              <a:latin typeface="Calibri"/>
              <a:ea typeface="Calibri"/>
              <a:cs typeface="Calibri"/>
            </a:rPr>
            <a:t>Companion interaction</a:t>
          </a:r>
        </a:p>
      </dgm:t>
    </dgm:pt>
    <dgm:pt modelId="{8F4C6E9D-BE58-4E78-AFB9-A0550405BDCB}" type="parTrans" cxnId="{AAB15D5E-1335-4195-868F-7E21F37F9881}">
      <dgm:prSet/>
      <dgm:spPr/>
    </dgm:pt>
    <dgm:pt modelId="{29D88967-4F6A-480C-83D7-A402D5688E71}" type="sibTrans" cxnId="{AAB15D5E-1335-4195-868F-7E21F37F9881}">
      <dgm:prSet/>
      <dgm:spPr/>
      <dgm:t>
        <a:bodyPr/>
        <a:lstStyle/>
        <a:p>
          <a:endParaRPr lang="en-GB"/>
        </a:p>
      </dgm:t>
    </dgm:pt>
    <dgm:pt modelId="{D76CE198-13EB-4890-9A23-765A24708459}">
      <dgm:prSet phldr="0"/>
      <dgm:spPr/>
      <dgm:t>
        <a:bodyPr/>
        <a:lstStyle/>
        <a:p>
          <a:pPr rtl="0"/>
          <a:r>
            <a:rPr lang="en-GB">
              <a:latin typeface="Calibri"/>
              <a:ea typeface="Calibri"/>
              <a:cs typeface="Calibri"/>
            </a:rPr>
            <a:t>Medicine &amp; Appointment Reminders</a:t>
          </a:r>
        </a:p>
      </dgm:t>
    </dgm:pt>
    <dgm:pt modelId="{35DBE971-09BD-4613-98A5-F401213C8036}" type="parTrans" cxnId="{681A89C8-F197-46B8-85C8-7C3129799B78}">
      <dgm:prSet/>
      <dgm:spPr/>
    </dgm:pt>
    <dgm:pt modelId="{055D735B-408D-45B8-9E08-8A142B17CAE1}" type="sibTrans" cxnId="{681A89C8-F197-46B8-85C8-7C3129799B78}">
      <dgm:prSet/>
      <dgm:spPr/>
      <dgm:t>
        <a:bodyPr/>
        <a:lstStyle/>
        <a:p>
          <a:endParaRPr lang="en-GB"/>
        </a:p>
      </dgm:t>
    </dgm:pt>
    <dgm:pt modelId="{8990A3CE-1202-437A-932D-78CAA8D9A695}">
      <dgm:prSet phldr="0"/>
      <dgm:spPr/>
      <dgm:t>
        <a:bodyPr/>
        <a:lstStyle/>
        <a:p>
          <a:pPr rtl="0"/>
          <a:r>
            <a:rPr lang="en-GB">
              <a:latin typeface="Calibri"/>
              <a:ea typeface="Calibri"/>
              <a:cs typeface="Calibri"/>
            </a:rPr>
            <a:t>Smart Home Control</a:t>
          </a:r>
        </a:p>
      </dgm:t>
    </dgm:pt>
    <dgm:pt modelId="{AAF3653C-4B9A-438A-B2D4-2EDD04D490F8}" type="parTrans" cxnId="{EFC1EA05-07BD-4E45-9719-5279BC3EAE27}">
      <dgm:prSet/>
      <dgm:spPr/>
    </dgm:pt>
    <dgm:pt modelId="{F1BBA3EA-0BA9-4253-ADDF-404A3B0110F9}" type="sibTrans" cxnId="{EFC1EA05-07BD-4E45-9719-5279BC3EAE27}">
      <dgm:prSet/>
      <dgm:spPr/>
      <dgm:t>
        <a:bodyPr/>
        <a:lstStyle/>
        <a:p>
          <a:endParaRPr lang="en-US"/>
        </a:p>
      </dgm:t>
    </dgm:pt>
    <dgm:pt modelId="{3F48B51B-3B70-46D0-941A-9FB7D4D8B3A5}">
      <dgm:prSet phldr="0"/>
      <dgm:spPr/>
      <dgm:t>
        <a:bodyPr/>
        <a:lstStyle/>
        <a:p>
          <a:pPr rtl="0"/>
          <a:r>
            <a:rPr lang="en-GB">
              <a:latin typeface="Calibri"/>
              <a:ea typeface="Calibri"/>
              <a:cs typeface="Calibri"/>
            </a:rPr>
            <a:t>Safety Alerts</a:t>
          </a:r>
        </a:p>
      </dgm:t>
    </dgm:pt>
    <dgm:pt modelId="{29E14B19-1B83-4438-AAF6-ECDB9A39537E}" type="parTrans" cxnId="{9608568D-56BC-4AD7-B4B4-26E5347C3DFC}">
      <dgm:prSet/>
      <dgm:spPr/>
    </dgm:pt>
    <dgm:pt modelId="{7FDDF79C-8548-44E4-A989-BDDD96BECD95}" type="sibTrans" cxnId="{9608568D-56BC-4AD7-B4B4-26E5347C3DFC}">
      <dgm:prSet/>
      <dgm:spPr/>
      <dgm:t>
        <a:bodyPr/>
        <a:lstStyle/>
        <a:p>
          <a:endParaRPr lang="en-GB"/>
        </a:p>
      </dgm:t>
    </dgm:pt>
    <dgm:pt modelId="{E809C0E7-4B15-4B67-8263-7D392BD6AC14}" type="pres">
      <dgm:prSet presAssocID="{3E2443EE-EF9E-40B1-BB6E-4C9674918084}" presName="linearFlow" presStyleCnt="0">
        <dgm:presLayoutVars>
          <dgm:resizeHandles val="exact"/>
        </dgm:presLayoutVars>
      </dgm:prSet>
      <dgm:spPr/>
    </dgm:pt>
    <dgm:pt modelId="{0ECEC7EA-8EA3-468D-9DBF-E54899E7D1EE}" type="pres">
      <dgm:prSet presAssocID="{E5CD6C12-80EE-43EA-80DA-CBA184F9A3FB}" presName="node" presStyleLbl="node1" presStyleIdx="0" presStyleCnt="5">
        <dgm:presLayoutVars>
          <dgm:bulletEnabled val="1"/>
        </dgm:presLayoutVars>
      </dgm:prSet>
      <dgm:spPr/>
    </dgm:pt>
    <dgm:pt modelId="{8BCA25D4-B814-4B35-BEE2-D5F8C337D76C}" type="pres">
      <dgm:prSet presAssocID="{3EE14859-D1A5-4A66-AEEC-90B0423B0385}" presName="sibTrans" presStyleLbl="sibTrans2D1" presStyleIdx="0" presStyleCnt="4"/>
      <dgm:spPr/>
    </dgm:pt>
    <dgm:pt modelId="{C4CD3DC0-D477-4C2E-AC13-26E3CEA2F3D8}" type="pres">
      <dgm:prSet presAssocID="{3EE14859-D1A5-4A66-AEEC-90B0423B0385}" presName="connectorText" presStyleLbl="sibTrans2D1" presStyleIdx="0" presStyleCnt="4"/>
      <dgm:spPr/>
    </dgm:pt>
    <dgm:pt modelId="{2F7A7246-6DC0-4F65-ACFC-D1CB26B3A4C0}" type="pres">
      <dgm:prSet presAssocID="{D76CE198-13EB-4890-9A23-765A24708459}" presName="node" presStyleLbl="node1" presStyleIdx="1" presStyleCnt="5">
        <dgm:presLayoutVars>
          <dgm:bulletEnabled val="1"/>
        </dgm:presLayoutVars>
      </dgm:prSet>
      <dgm:spPr/>
    </dgm:pt>
    <dgm:pt modelId="{C18FFCF4-BC9E-46E2-B1C4-D97C9907163A}" type="pres">
      <dgm:prSet presAssocID="{055D735B-408D-45B8-9E08-8A142B17CAE1}" presName="sibTrans" presStyleLbl="sibTrans2D1" presStyleIdx="1" presStyleCnt="4"/>
      <dgm:spPr/>
    </dgm:pt>
    <dgm:pt modelId="{B0F82F27-8049-4B8C-9B3E-E2641672B112}" type="pres">
      <dgm:prSet presAssocID="{055D735B-408D-45B8-9E08-8A142B17CAE1}" presName="connectorText" presStyleLbl="sibTrans2D1" presStyleIdx="1" presStyleCnt="4"/>
      <dgm:spPr/>
    </dgm:pt>
    <dgm:pt modelId="{9DD802FE-34AD-44F1-853B-6E0B7E2790FB}" type="pres">
      <dgm:prSet presAssocID="{3F48B51B-3B70-46D0-941A-9FB7D4D8B3A5}" presName="node" presStyleLbl="node1" presStyleIdx="2" presStyleCnt="5">
        <dgm:presLayoutVars>
          <dgm:bulletEnabled val="1"/>
        </dgm:presLayoutVars>
      </dgm:prSet>
      <dgm:spPr/>
    </dgm:pt>
    <dgm:pt modelId="{638F66AF-088E-4BAB-9A81-8081DDD06CCA}" type="pres">
      <dgm:prSet presAssocID="{7FDDF79C-8548-44E4-A989-BDDD96BECD95}" presName="sibTrans" presStyleLbl="sibTrans2D1" presStyleIdx="2" presStyleCnt="4"/>
      <dgm:spPr/>
    </dgm:pt>
    <dgm:pt modelId="{2CABDCFE-B07C-4D0E-9A77-27C5F17FA8A2}" type="pres">
      <dgm:prSet presAssocID="{7FDDF79C-8548-44E4-A989-BDDD96BECD95}" presName="connectorText" presStyleLbl="sibTrans2D1" presStyleIdx="2" presStyleCnt="4"/>
      <dgm:spPr/>
    </dgm:pt>
    <dgm:pt modelId="{8B36B5CE-83F7-46CC-8298-B445B24B0E28}" type="pres">
      <dgm:prSet presAssocID="{994F8C34-4A5B-4460-A88D-493B8AA1C4C0}" presName="node" presStyleLbl="node1" presStyleIdx="3" presStyleCnt="5">
        <dgm:presLayoutVars>
          <dgm:bulletEnabled val="1"/>
        </dgm:presLayoutVars>
      </dgm:prSet>
      <dgm:spPr/>
    </dgm:pt>
    <dgm:pt modelId="{0FE0807C-1930-4EAE-9A74-5BC051330A0B}" type="pres">
      <dgm:prSet presAssocID="{29D88967-4F6A-480C-83D7-A402D5688E71}" presName="sibTrans" presStyleLbl="sibTrans2D1" presStyleIdx="3" presStyleCnt="4"/>
      <dgm:spPr/>
    </dgm:pt>
    <dgm:pt modelId="{9E532BD3-FF9F-4B47-B2B5-21727BB4DF6A}" type="pres">
      <dgm:prSet presAssocID="{29D88967-4F6A-480C-83D7-A402D5688E71}" presName="connectorText" presStyleLbl="sibTrans2D1" presStyleIdx="3" presStyleCnt="4"/>
      <dgm:spPr/>
    </dgm:pt>
    <dgm:pt modelId="{AD29B830-56A2-48AA-B0C8-59D75D5AD032}" type="pres">
      <dgm:prSet presAssocID="{8990A3CE-1202-437A-932D-78CAA8D9A695}" presName="node" presStyleLbl="node1" presStyleIdx="4" presStyleCnt="5">
        <dgm:presLayoutVars>
          <dgm:bulletEnabled val="1"/>
        </dgm:presLayoutVars>
      </dgm:prSet>
      <dgm:spPr/>
    </dgm:pt>
  </dgm:ptLst>
  <dgm:cxnLst>
    <dgm:cxn modelId="{EFC1EA05-07BD-4E45-9719-5279BC3EAE27}" srcId="{3E2443EE-EF9E-40B1-BB6E-4C9674918084}" destId="{8990A3CE-1202-437A-932D-78CAA8D9A695}" srcOrd="4" destOrd="0" parTransId="{AAF3653C-4B9A-438A-B2D4-2EDD04D490F8}" sibTransId="{F1BBA3EA-0BA9-4253-ADDF-404A3B0110F9}"/>
    <dgm:cxn modelId="{5F7DD019-C362-40DB-B18B-FD98A7587577}" type="presOf" srcId="{3F48B51B-3B70-46D0-941A-9FB7D4D8B3A5}" destId="{9DD802FE-34AD-44F1-853B-6E0B7E2790FB}" srcOrd="0" destOrd="0" presId="urn:microsoft.com/office/officeart/2005/8/layout/process2"/>
    <dgm:cxn modelId="{2B75B41B-7688-4FE5-82FC-2D7E247546CD}" type="presOf" srcId="{E5CD6C12-80EE-43EA-80DA-CBA184F9A3FB}" destId="{0ECEC7EA-8EA3-468D-9DBF-E54899E7D1EE}" srcOrd="0" destOrd="0" presId="urn:microsoft.com/office/officeart/2005/8/layout/process2"/>
    <dgm:cxn modelId="{B8752B32-3999-414A-A1FE-335EAA5DCC75}" type="presOf" srcId="{3EE14859-D1A5-4A66-AEEC-90B0423B0385}" destId="{C4CD3DC0-D477-4C2E-AC13-26E3CEA2F3D8}" srcOrd="1" destOrd="0" presId="urn:microsoft.com/office/officeart/2005/8/layout/process2"/>
    <dgm:cxn modelId="{086CA43A-1E04-45EF-A1AB-0E89712D72DE}" type="presOf" srcId="{055D735B-408D-45B8-9E08-8A142B17CAE1}" destId="{C18FFCF4-BC9E-46E2-B1C4-D97C9907163A}" srcOrd="0" destOrd="0" presId="urn:microsoft.com/office/officeart/2005/8/layout/process2"/>
    <dgm:cxn modelId="{AAB15D5E-1335-4195-868F-7E21F37F9881}" srcId="{3E2443EE-EF9E-40B1-BB6E-4C9674918084}" destId="{994F8C34-4A5B-4460-A88D-493B8AA1C4C0}" srcOrd="3" destOrd="0" parTransId="{8F4C6E9D-BE58-4E78-AFB9-A0550405BDCB}" sibTransId="{29D88967-4F6A-480C-83D7-A402D5688E71}"/>
    <dgm:cxn modelId="{659AA461-66AB-4FDE-9422-8E4214CA00D8}" type="presOf" srcId="{29D88967-4F6A-480C-83D7-A402D5688E71}" destId="{0FE0807C-1930-4EAE-9A74-5BC051330A0B}" srcOrd="0" destOrd="0" presId="urn:microsoft.com/office/officeart/2005/8/layout/process2"/>
    <dgm:cxn modelId="{9603CF72-8B08-4B97-B65D-12D552090CF1}" srcId="{3E2443EE-EF9E-40B1-BB6E-4C9674918084}" destId="{E5CD6C12-80EE-43EA-80DA-CBA184F9A3FB}" srcOrd="0" destOrd="0" parTransId="{D80345AB-DF3A-46F5-9E64-183201A76CAF}" sibTransId="{3EE14859-D1A5-4A66-AEEC-90B0423B0385}"/>
    <dgm:cxn modelId="{4284C059-4EC6-4AEC-94AA-782BD6E23901}" type="presOf" srcId="{3EE14859-D1A5-4A66-AEEC-90B0423B0385}" destId="{8BCA25D4-B814-4B35-BEE2-D5F8C337D76C}" srcOrd="0" destOrd="0" presId="urn:microsoft.com/office/officeart/2005/8/layout/process2"/>
    <dgm:cxn modelId="{D3BB8885-2092-47E8-80C0-5F9214D1E151}" type="presOf" srcId="{29D88967-4F6A-480C-83D7-A402D5688E71}" destId="{9E532BD3-FF9F-4B47-B2B5-21727BB4DF6A}" srcOrd="1" destOrd="0" presId="urn:microsoft.com/office/officeart/2005/8/layout/process2"/>
    <dgm:cxn modelId="{9608568D-56BC-4AD7-B4B4-26E5347C3DFC}" srcId="{3E2443EE-EF9E-40B1-BB6E-4C9674918084}" destId="{3F48B51B-3B70-46D0-941A-9FB7D4D8B3A5}" srcOrd="2" destOrd="0" parTransId="{29E14B19-1B83-4438-AAF6-ECDB9A39537E}" sibTransId="{7FDDF79C-8548-44E4-A989-BDDD96BECD95}"/>
    <dgm:cxn modelId="{FD02A4A3-6AC2-47DD-BE8A-912750F21351}" type="presOf" srcId="{7FDDF79C-8548-44E4-A989-BDDD96BECD95}" destId="{2CABDCFE-B07C-4D0E-9A77-27C5F17FA8A2}" srcOrd="1" destOrd="0" presId="urn:microsoft.com/office/officeart/2005/8/layout/process2"/>
    <dgm:cxn modelId="{BB76BEA5-66C1-4064-B6D6-D809F4926A20}" type="presOf" srcId="{3E2443EE-EF9E-40B1-BB6E-4C9674918084}" destId="{E809C0E7-4B15-4B67-8263-7D392BD6AC14}" srcOrd="0" destOrd="0" presId="urn:microsoft.com/office/officeart/2005/8/layout/process2"/>
    <dgm:cxn modelId="{35F849AB-592B-4609-A6C2-3837105BAF48}" type="presOf" srcId="{D76CE198-13EB-4890-9A23-765A24708459}" destId="{2F7A7246-6DC0-4F65-ACFC-D1CB26B3A4C0}" srcOrd="0" destOrd="0" presId="urn:microsoft.com/office/officeart/2005/8/layout/process2"/>
    <dgm:cxn modelId="{9358E7AF-B41B-42E6-85AC-0A9EC7085681}" type="presOf" srcId="{7FDDF79C-8548-44E4-A989-BDDD96BECD95}" destId="{638F66AF-088E-4BAB-9A81-8081DDD06CCA}" srcOrd="0" destOrd="0" presId="urn:microsoft.com/office/officeart/2005/8/layout/process2"/>
    <dgm:cxn modelId="{8C5A8EC4-E1DC-44DE-A3D5-F0BDD6E662A5}" type="presOf" srcId="{8990A3CE-1202-437A-932D-78CAA8D9A695}" destId="{AD29B830-56A2-48AA-B0C8-59D75D5AD032}" srcOrd="0" destOrd="0" presId="urn:microsoft.com/office/officeart/2005/8/layout/process2"/>
    <dgm:cxn modelId="{681A89C8-F197-46B8-85C8-7C3129799B78}" srcId="{3E2443EE-EF9E-40B1-BB6E-4C9674918084}" destId="{D76CE198-13EB-4890-9A23-765A24708459}" srcOrd="1" destOrd="0" parTransId="{35DBE971-09BD-4613-98A5-F401213C8036}" sibTransId="{055D735B-408D-45B8-9E08-8A142B17CAE1}"/>
    <dgm:cxn modelId="{19A278D7-33FC-4ECE-9981-E18B37CE6C19}" type="presOf" srcId="{055D735B-408D-45B8-9E08-8A142B17CAE1}" destId="{B0F82F27-8049-4B8C-9B3E-E2641672B112}" srcOrd="1" destOrd="0" presId="urn:microsoft.com/office/officeart/2005/8/layout/process2"/>
    <dgm:cxn modelId="{9AFDE3DE-43C7-4C5F-ABEC-C97CC1C196F9}" type="presOf" srcId="{994F8C34-4A5B-4460-A88D-493B8AA1C4C0}" destId="{8B36B5CE-83F7-46CC-8298-B445B24B0E28}" srcOrd="0" destOrd="0" presId="urn:microsoft.com/office/officeart/2005/8/layout/process2"/>
    <dgm:cxn modelId="{570C89E4-AD39-4DFE-BCD6-FB902339BC12}" type="presParOf" srcId="{E809C0E7-4B15-4B67-8263-7D392BD6AC14}" destId="{0ECEC7EA-8EA3-468D-9DBF-E54899E7D1EE}" srcOrd="0" destOrd="0" presId="urn:microsoft.com/office/officeart/2005/8/layout/process2"/>
    <dgm:cxn modelId="{6D8DD76D-C392-44BD-A644-BF27B2FD2914}" type="presParOf" srcId="{E809C0E7-4B15-4B67-8263-7D392BD6AC14}" destId="{8BCA25D4-B814-4B35-BEE2-D5F8C337D76C}" srcOrd="1" destOrd="0" presId="urn:microsoft.com/office/officeart/2005/8/layout/process2"/>
    <dgm:cxn modelId="{BFBED464-3D21-4DEB-A8B0-3849A470E952}" type="presParOf" srcId="{8BCA25D4-B814-4B35-BEE2-D5F8C337D76C}" destId="{C4CD3DC0-D477-4C2E-AC13-26E3CEA2F3D8}" srcOrd="0" destOrd="0" presId="urn:microsoft.com/office/officeart/2005/8/layout/process2"/>
    <dgm:cxn modelId="{D10E97E8-1E77-49A4-8AD4-6B4109253A95}" type="presParOf" srcId="{E809C0E7-4B15-4B67-8263-7D392BD6AC14}" destId="{2F7A7246-6DC0-4F65-ACFC-D1CB26B3A4C0}" srcOrd="2" destOrd="0" presId="urn:microsoft.com/office/officeart/2005/8/layout/process2"/>
    <dgm:cxn modelId="{61DD0AA4-2994-40ED-83F0-DC1C6E77C937}" type="presParOf" srcId="{E809C0E7-4B15-4B67-8263-7D392BD6AC14}" destId="{C18FFCF4-BC9E-46E2-B1C4-D97C9907163A}" srcOrd="3" destOrd="0" presId="urn:microsoft.com/office/officeart/2005/8/layout/process2"/>
    <dgm:cxn modelId="{1CB58A44-A214-49B5-80F5-ADB48EFCA6E0}" type="presParOf" srcId="{C18FFCF4-BC9E-46E2-B1C4-D97C9907163A}" destId="{B0F82F27-8049-4B8C-9B3E-E2641672B112}" srcOrd="0" destOrd="0" presId="urn:microsoft.com/office/officeart/2005/8/layout/process2"/>
    <dgm:cxn modelId="{38338085-8B7B-463C-9460-3A6F3870F29B}" type="presParOf" srcId="{E809C0E7-4B15-4B67-8263-7D392BD6AC14}" destId="{9DD802FE-34AD-44F1-853B-6E0B7E2790FB}" srcOrd="4" destOrd="0" presId="urn:microsoft.com/office/officeart/2005/8/layout/process2"/>
    <dgm:cxn modelId="{43F7588C-5679-409E-9FEC-2FD07316BA9F}" type="presParOf" srcId="{E809C0E7-4B15-4B67-8263-7D392BD6AC14}" destId="{638F66AF-088E-4BAB-9A81-8081DDD06CCA}" srcOrd="5" destOrd="0" presId="urn:microsoft.com/office/officeart/2005/8/layout/process2"/>
    <dgm:cxn modelId="{06413A5B-86A7-42CA-BBA4-800DEB0183E1}" type="presParOf" srcId="{638F66AF-088E-4BAB-9A81-8081DDD06CCA}" destId="{2CABDCFE-B07C-4D0E-9A77-27C5F17FA8A2}" srcOrd="0" destOrd="0" presId="urn:microsoft.com/office/officeart/2005/8/layout/process2"/>
    <dgm:cxn modelId="{38409BE9-B4A9-4218-A62D-9D124F62C459}" type="presParOf" srcId="{E809C0E7-4B15-4B67-8263-7D392BD6AC14}" destId="{8B36B5CE-83F7-46CC-8298-B445B24B0E28}" srcOrd="6" destOrd="0" presId="urn:microsoft.com/office/officeart/2005/8/layout/process2"/>
    <dgm:cxn modelId="{8B0CA584-7130-4E9D-ADBD-5420B3458445}" type="presParOf" srcId="{E809C0E7-4B15-4B67-8263-7D392BD6AC14}" destId="{0FE0807C-1930-4EAE-9A74-5BC051330A0B}" srcOrd="7" destOrd="0" presId="urn:microsoft.com/office/officeart/2005/8/layout/process2"/>
    <dgm:cxn modelId="{37E070D5-A2E7-49FA-89EE-C6815F48249E}" type="presParOf" srcId="{0FE0807C-1930-4EAE-9A74-5BC051330A0B}" destId="{9E532BD3-FF9F-4B47-B2B5-21727BB4DF6A}" srcOrd="0" destOrd="0" presId="urn:microsoft.com/office/officeart/2005/8/layout/process2"/>
    <dgm:cxn modelId="{629B9BFF-C59A-43BE-A769-D4048D12607D}" type="presParOf" srcId="{E809C0E7-4B15-4B67-8263-7D392BD6AC14}" destId="{AD29B830-56A2-48AA-B0C8-59D75D5AD032}" srcOrd="8"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CA35500-E772-4528-A707-8F4F47A946AD}" type="doc">
      <dgm:prSet loTypeId="urn:microsoft.com/office/officeart/2018/2/layout/IconVerticalSolidList" loCatId="icon" qsTypeId="urn:microsoft.com/office/officeart/2005/8/quickstyle/simple1" qsCatId="simple" csTypeId="urn:microsoft.com/office/officeart/2005/8/colors/accent0_2" csCatId="mainScheme" phldr="1"/>
      <dgm:spPr/>
      <dgm:t>
        <a:bodyPr/>
        <a:lstStyle/>
        <a:p>
          <a:endParaRPr lang="en-US"/>
        </a:p>
      </dgm:t>
    </dgm:pt>
    <dgm:pt modelId="{6BF8973D-62EB-4C23-A6DC-73D606F4815F}">
      <dgm:prSet phldr="0"/>
      <dgm:spPr/>
      <dgm:t>
        <a:bodyPr/>
        <a:lstStyle/>
        <a:p>
          <a:pPr>
            <a:lnSpc>
              <a:spcPct val="100000"/>
            </a:lnSpc>
          </a:pPr>
          <a:r>
            <a:rPr lang="en-US" sz="2000">
              <a:latin typeface="Calibri"/>
              <a:ea typeface="Calibri"/>
              <a:cs typeface="Calibri"/>
            </a:rPr>
            <a:t>Long-press button activation</a:t>
          </a:r>
          <a:endParaRPr lang="en-GB" sz="2000">
            <a:latin typeface="Calibri"/>
            <a:ea typeface="Calibri"/>
            <a:cs typeface="Calibri"/>
          </a:endParaRPr>
        </a:p>
      </dgm:t>
    </dgm:pt>
    <dgm:pt modelId="{A79BD048-9E22-4B77-B90D-949C9CBCA6AC}" type="parTrans" cxnId="{B187C45B-C00F-4A8F-B9E4-F2021DF9E26B}">
      <dgm:prSet/>
      <dgm:spPr/>
    </dgm:pt>
    <dgm:pt modelId="{84B86286-86BF-4908-90AF-F9E26BF8618C}" type="sibTrans" cxnId="{B187C45B-C00F-4A8F-B9E4-F2021DF9E26B}">
      <dgm:prSet/>
      <dgm:spPr/>
    </dgm:pt>
    <dgm:pt modelId="{E791DDFB-47AA-48BB-A71E-DD5456F78F19}">
      <dgm:prSet phldr="0"/>
      <dgm:spPr/>
      <dgm:t>
        <a:bodyPr/>
        <a:lstStyle/>
        <a:p>
          <a:pPr>
            <a:lnSpc>
              <a:spcPct val="100000"/>
            </a:lnSpc>
          </a:pPr>
          <a:r>
            <a:rPr lang="en-US" sz="2000">
              <a:latin typeface="Calibri"/>
              <a:ea typeface="Calibri"/>
              <a:cs typeface="Calibri"/>
            </a:rPr>
            <a:t>Immediate task interruption</a:t>
          </a:r>
          <a:endParaRPr lang="en-GB" sz="2000">
            <a:latin typeface="Calibri"/>
            <a:ea typeface="Calibri"/>
            <a:cs typeface="Calibri"/>
          </a:endParaRPr>
        </a:p>
      </dgm:t>
    </dgm:pt>
    <dgm:pt modelId="{DE7E7C80-35C4-4940-954B-0E62F79C7B8D}" type="parTrans" cxnId="{B959250C-37C5-4739-B82B-E5704E706360}">
      <dgm:prSet/>
      <dgm:spPr/>
    </dgm:pt>
    <dgm:pt modelId="{56E88043-368E-4616-999A-ACB4C7A7E28F}" type="sibTrans" cxnId="{B959250C-37C5-4739-B82B-E5704E706360}">
      <dgm:prSet/>
      <dgm:spPr/>
    </dgm:pt>
    <dgm:pt modelId="{F9E80C8C-81B9-4025-B564-A9FAC4D93725}">
      <dgm:prSet phldr="0"/>
      <dgm:spPr/>
      <dgm:t>
        <a:bodyPr/>
        <a:lstStyle/>
        <a:p>
          <a:pPr>
            <a:lnSpc>
              <a:spcPct val="100000"/>
            </a:lnSpc>
          </a:pPr>
          <a:r>
            <a:rPr lang="en-US" sz="2000">
              <a:latin typeface="Calibri"/>
              <a:ea typeface="Calibri"/>
              <a:cs typeface="Calibri"/>
            </a:rPr>
            <a:t>GSM-based alert notification system</a:t>
          </a:r>
          <a:endParaRPr lang="en-GB" sz="2000">
            <a:latin typeface="Calibri"/>
            <a:ea typeface="Calibri"/>
            <a:cs typeface="Calibri"/>
          </a:endParaRPr>
        </a:p>
      </dgm:t>
    </dgm:pt>
    <dgm:pt modelId="{EA68F037-7ABD-48DC-95CE-3C040A9C0C86}" type="parTrans" cxnId="{3FA948DE-9D17-4E3B-B626-280BD8E52787}">
      <dgm:prSet/>
      <dgm:spPr/>
    </dgm:pt>
    <dgm:pt modelId="{27744409-9443-4A6D-B223-A0D7B8BE7AD3}" type="sibTrans" cxnId="{3FA948DE-9D17-4E3B-B626-280BD8E52787}">
      <dgm:prSet/>
      <dgm:spPr/>
    </dgm:pt>
    <dgm:pt modelId="{BF9939FB-875B-47E6-8B9D-24816ADE71B3}">
      <dgm:prSet phldr="0"/>
      <dgm:spPr/>
      <dgm:t>
        <a:bodyPr/>
        <a:lstStyle/>
        <a:p>
          <a:pPr>
            <a:lnSpc>
              <a:spcPct val="100000"/>
            </a:lnSpc>
          </a:pPr>
          <a:r>
            <a:rPr lang="en-US" sz="2000">
              <a:latin typeface="Calibri"/>
              <a:ea typeface="Calibri"/>
              <a:cs typeface="Calibri"/>
            </a:rPr>
            <a:t>Priority override mechanism</a:t>
          </a:r>
          <a:endParaRPr lang="en-GB" sz="2000">
            <a:latin typeface="Calibri"/>
            <a:ea typeface="Calibri"/>
            <a:cs typeface="Calibri"/>
          </a:endParaRPr>
        </a:p>
      </dgm:t>
    </dgm:pt>
    <dgm:pt modelId="{DA5B27CC-0BB3-48BC-A35C-E9CC3634EEE8}" type="parTrans" cxnId="{30ED750A-EF5A-4868-B7A0-8BBEB99CDFFF}">
      <dgm:prSet/>
      <dgm:spPr/>
    </dgm:pt>
    <dgm:pt modelId="{A73F6EED-0127-4870-B7CE-0E29B2F4DF85}" type="sibTrans" cxnId="{30ED750A-EF5A-4868-B7A0-8BBEB99CDFFF}">
      <dgm:prSet/>
      <dgm:spPr/>
    </dgm:pt>
    <dgm:pt modelId="{C98C1E84-5F04-49BD-999D-8F11250BED7E}">
      <dgm:prSet phldr="0" custT="1"/>
      <dgm:spPr/>
      <dgm:t>
        <a:bodyPr/>
        <a:lstStyle/>
        <a:p>
          <a:pPr>
            <a:lnSpc>
              <a:spcPct val="100000"/>
            </a:lnSpc>
          </a:pPr>
          <a:r>
            <a:rPr lang="en-US" sz="2000">
              <a:solidFill>
                <a:srgbClr val="444444"/>
              </a:solidFill>
              <a:latin typeface="Calibri"/>
              <a:ea typeface="Calibri"/>
              <a:cs typeface="Calibri"/>
            </a:rPr>
            <a:t>Voice trigger command: “Help”</a:t>
          </a:r>
        </a:p>
      </dgm:t>
    </dgm:pt>
    <dgm:pt modelId="{CE23B358-E483-4931-B8C7-F396D6EE923F}" type="parTrans" cxnId="{59BAFB56-4C91-4C57-8E70-B0F837F37C10}">
      <dgm:prSet/>
      <dgm:spPr/>
    </dgm:pt>
    <dgm:pt modelId="{C52A22D5-294A-42C8-9AB7-5DD17E0BB7E6}" type="sibTrans" cxnId="{59BAFB56-4C91-4C57-8E70-B0F837F37C10}">
      <dgm:prSet/>
      <dgm:spPr/>
    </dgm:pt>
    <dgm:pt modelId="{85CC8826-6C88-4849-B1A5-9EB36E73714B}" type="pres">
      <dgm:prSet presAssocID="{ECA35500-E772-4528-A707-8F4F47A946AD}" presName="root" presStyleCnt="0">
        <dgm:presLayoutVars>
          <dgm:dir/>
          <dgm:resizeHandles val="exact"/>
        </dgm:presLayoutVars>
      </dgm:prSet>
      <dgm:spPr/>
    </dgm:pt>
    <dgm:pt modelId="{4BCCB3B9-2FC5-4373-B52D-C3FA2DA0FC4F}" type="pres">
      <dgm:prSet presAssocID="{C98C1E84-5F04-49BD-999D-8F11250BED7E}" presName="compNode" presStyleCnt="0"/>
      <dgm:spPr/>
    </dgm:pt>
    <dgm:pt modelId="{83087928-A023-45BF-B752-5A3A4807BEA8}" type="pres">
      <dgm:prSet presAssocID="{C98C1E84-5F04-49BD-999D-8F11250BED7E}" presName="bgRect" presStyleLbl="bgShp" presStyleIdx="0" presStyleCnt="5"/>
      <dgm:spPr/>
    </dgm:pt>
    <dgm:pt modelId="{19737E55-DAEA-4366-B245-DACA23A05A48}" type="pres">
      <dgm:prSet presAssocID="{C98C1E84-5F04-49BD-999D-8F11250BED7E}"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ar with solid fill"/>
        </a:ext>
      </dgm:extLst>
    </dgm:pt>
    <dgm:pt modelId="{37BC7ED1-1791-48CC-B3ED-75EDB88C46E0}" type="pres">
      <dgm:prSet presAssocID="{C98C1E84-5F04-49BD-999D-8F11250BED7E}" presName="spaceRect" presStyleCnt="0"/>
      <dgm:spPr/>
    </dgm:pt>
    <dgm:pt modelId="{654514F7-9EF2-40EB-B344-C9FD2A3302D8}" type="pres">
      <dgm:prSet presAssocID="{C98C1E84-5F04-49BD-999D-8F11250BED7E}" presName="parTx" presStyleLbl="revTx" presStyleIdx="0" presStyleCnt="5">
        <dgm:presLayoutVars>
          <dgm:chMax val="0"/>
          <dgm:chPref val="0"/>
        </dgm:presLayoutVars>
      </dgm:prSet>
      <dgm:spPr/>
    </dgm:pt>
    <dgm:pt modelId="{4E5B50DE-9F27-4D1B-8969-4A56443DF16A}" type="pres">
      <dgm:prSet presAssocID="{C52A22D5-294A-42C8-9AB7-5DD17E0BB7E6}" presName="sibTrans" presStyleCnt="0"/>
      <dgm:spPr/>
    </dgm:pt>
    <dgm:pt modelId="{CC23E77C-CD56-4586-9536-252EA274830C}" type="pres">
      <dgm:prSet presAssocID="{6BF8973D-62EB-4C23-A6DC-73D606F4815F}" presName="compNode" presStyleCnt="0"/>
      <dgm:spPr/>
    </dgm:pt>
    <dgm:pt modelId="{8EF8E7C1-3479-4A82-9FAF-D426AD276FE5}" type="pres">
      <dgm:prSet presAssocID="{6BF8973D-62EB-4C23-A6DC-73D606F4815F}" presName="bgRect" presStyleLbl="bgShp" presStyleIdx="1" presStyleCnt="5"/>
      <dgm:spPr/>
    </dgm:pt>
    <dgm:pt modelId="{97E8E6F9-4903-4F61-A772-32FA08DE3EC9}" type="pres">
      <dgm:prSet presAssocID="{6BF8973D-62EB-4C23-A6DC-73D606F4815F}" presName="iconRect" presStyleLbl="node1" presStyleIdx="1" presStyleCnt="5"/>
      <dgm:spPr>
        <a:blipFill>
          <a:blip xmlns:r="http://schemas.openxmlformats.org/officeDocument/2006/relationships" r:embed="rId3">
            <a:extLs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ursor with solid fill"/>
        </a:ext>
      </dgm:extLst>
    </dgm:pt>
    <dgm:pt modelId="{45D34DF4-7180-4426-BBD4-93434001DAB7}" type="pres">
      <dgm:prSet presAssocID="{6BF8973D-62EB-4C23-A6DC-73D606F4815F}" presName="spaceRect" presStyleCnt="0"/>
      <dgm:spPr/>
    </dgm:pt>
    <dgm:pt modelId="{7C0C28FF-2843-4F4F-BBC0-9B5BF4AFF929}" type="pres">
      <dgm:prSet presAssocID="{6BF8973D-62EB-4C23-A6DC-73D606F4815F}" presName="parTx" presStyleLbl="revTx" presStyleIdx="1" presStyleCnt="5">
        <dgm:presLayoutVars>
          <dgm:chMax val="0"/>
          <dgm:chPref val="0"/>
        </dgm:presLayoutVars>
      </dgm:prSet>
      <dgm:spPr/>
    </dgm:pt>
    <dgm:pt modelId="{1DA48CD8-E96F-4ABA-BB52-126318E0BB58}" type="pres">
      <dgm:prSet presAssocID="{84B86286-86BF-4908-90AF-F9E26BF8618C}" presName="sibTrans" presStyleCnt="0"/>
      <dgm:spPr/>
    </dgm:pt>
    <dgm:pt modelId="{E3289C01-3F8F-4D5A-A338-DE2F866084AF}" type="pres">
      <dgm:prSet presAssocID="{E791DDFB-47AA-48BB-A71E-DD5456F78F19}" presName="compNode" presStyleCnt="0"/>
      <dgm:spPr/>
    </dgm:pt>
    <dgm:pt modelId="{2336BB7F-C71A-4AE7-B47F-4C07DD6E97A8}" type="pres">
      <dgm:prSet presAssocID="{E791DDFB-47AA-48BB-A71E-DD5456F78F19}" presName="bgRect" presStyleLbl="bgShp" presStyleIdx="2" presStyleCnt="5"/>
      <dgm:spPr/>
    </dgm:pt>
    <dgm:pt modelId="{19923A23-1BF9-48EE-AC31-E51F99A8A539}" type="pres">
      <dgm:prSet presAssocID="{E791DDFB-47AA-48BB-A71E-DD5456F78F19}" presName="iconRect" presStyleLbl="node1" presStyleIdx="2" presStyleCnt="5"/>
      <dgm:spPr>
        <a:blipFill>
          <a:blip xmlns:r="http://schemas.openxmlformats.org/officeDocument/2006/relationships" r:embed="rId5">
            <a:extLs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List with solid fill"/>
        </a:ext>
      </dgm:extLst>
    </dgm:pt>
    <dgm:pt modelId="{E10C6897-A192-4476-AC9C-1128C9BF0DC8}" type="pres">
      <dgm:prSet presAssocID="{E791DDFB-47AA-48BB-A71E-DD5456F78F19}" presName="spaceRect" presStyleCnt="0"/>
      <dgm:spPr/>
    </dgm:pt>
    <dgm:pt modelId="{4BB880FA-3F6E-4E06-AD78-720802AA9095}" type="pres">
      <dgm:prSet presAssocID="{E791DDFB-47AA-48BB-A71E-DD5456F78F19}" presName="parTx" presStyleLbl="revTx" presStyleIdx="2" presStyleCnt="5">
        <dgm:presLayoutVars>
          <dgm:chMax val="0"/>
          <dgm:chPref val="0"/>
        </dgm:presLayoutVars>
      </dgm:prSet>
      <dgm:spPr/>
    </dgm:pt>
    <dgm:pt modelId="{A1C0877C-AE0E-45FB-B429-80F4D0EBAD8E}" type="pres">
      <dgm:prSet presAssocID="{56E88043-368E-4616-999A-ACB4C7A7E28F}" presName="sibTrans" presStyleCnt="0"/>
      <dgm:spPr/>
    </dgm:pt>
    <dgm:pt modelId="{8B6EF193-999A-4580-9D04-736ADE0B22B0}" type="pres">
      <dgm:prSet presAssocID="{F9E80C8C-81B9-4025-B564-A9FAC4D93725}" presName="compNode" presStyleCnt="0"/>
      <dgm:spPr/>
    </dgm:pt>
    <dgm:pt modelId="{27946295-140B-4319-97E4-DFE728320594}" type="pres">
      <dgm:prSet presAssocID="{F9E80C8C-81B9-4025-B564-A9FAC4D93725}" presName="bgRect" presStyleLbl="bgShp" presStyleIdx="3" presStyleCnt="5"/>
      <dgm:spPr/>
    </dgm:pt>
    <dgm:pt modelId="{49C96A3B-B56F-4372-959E-99B4E12B6A50}" type="pres">
      <dgm:prSet presAssocID="{F9E80C8C-81B9-4025-B564-A9FAC4D93725}"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peaker phone with solid fill"/>
        </a:ext>
      </dgm:extLst>
    </dgm:pt>
    <dgm:pt modelId="{982F4FE4-2490-4DDA-A1A2-577D074C54A5}" type="pres">
      <dgm:prSet presAssocID="{F9E80C8C-81B9-4025-B564-A9FAC4D93725}" presName="spaceRect" presStyleCnt="0"/>
      <dgm:spPr/>
    </dgm:pt>
    <dgm:pt modelId="{F1F0C252-5AC5-4E08-89AC-C41DDE7F1ADA}" type="pres">
      <dgm:prSet presAssocID="{F9E80C8C-81B9-4025-B564-A9FAC4D93725}" presName="parTx" presStyleLbl="revTx" presStyleIdx="3" presStyleCnt="5">
        <dgm:presLayoutVars>
          <dgm:chMax val="0"/>
          <dgm:chPref val="0"/>
        </dgm:presLayoutVars>
      </dgm:prSet>
      <dgm:spPr/>
    </dgm:pt>
    <dgm:pt modelId="{6E1FDD67-7189-40D3-A029-B6D1D1EC6987}" type="pres">
      <dgm:prSet presAssocID="{27744409-9443-4A6D-B223-A0D7B8BE7AD3}" presName="sibTrans" presStyleCnt="0"/>
      <dgm:spPr/>
    </dgm:pt>
    <dgm:pt modelId="{6327CF9E-2988-4E68-AE55-575CE208E26E}" type="pres">
      <dgm:prSet presAssocID="{BF9939FB-875B-47E6-8B9D-24816ADE71B3}" presName="compNode" presStyleCnt="0"/>
      <dgm:spPr/>
    </dgm:pt>
    <dgm:pt modelId="{0BD932AA-CAC4-43CA-B72D-F11880641C87}" type="pres">
      <dgm:prSet presAssocID="{BF9939FB-875B-47E6-8B9D-24816ADE71B3}" presName="bgRect" presStyleLbl="bgShp" presStyleIdx="4" presStyleCnt="5"/>
      <dgm:spPr/>
    </dgm:pt>
    <dgm:pt modelId="{D0C43639-3699-452B-B9C1-9F6EDAAC0297}" type="pres">
      <dgm:prSet presAssocID="{BF9939FB-875B-47E6-8B9D-24816ADE71B3}" presName="iconRect" presStyleLbl="nod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Lightbulb and gear with solid fill"/>
        </a:ext>
      </dgm:extLst>
    </dgm:pt>
    <dgm:pt modelId="{EFF50684-4B18-4D42-BC50-4DF77EEAC9AF}" type="pres">
      <dgm:prSet presAssocID="{BF9939FB-875B-47E6-8B9D-24816ADE71B3}" presName="spaceRect" presStyleCnt="0"/>
      <dgm:spPr/>
    </dgm:pt>
    <dgm:pt modelId="{2DB7896A-3A1C-412E-9804-F62113CB2D41}" type="pres">
      <dgm:prSet presAssocID="{BF9939FB-875B-47E6-8B9D-24816ADE71B3}" presName="parTx" presStyleLbl="revTx" presStyleIdx="4" presStyleCnt="5">
        <dgm:presLayoutVars>
          <dgm:chMax val="0"/>
          <dgm:chPref val="0"/>
        </dgm:presLayoutVars>
      </dgm:prSet>
      <dgm:spPr/>
    </dgm:pt>
  </dgm:ptLst>
  <dgm:cxnLst>
    <dgm:cxn modelId="{30ED750A-EF5A-4868-B7A0-8BBEB99CDFFF}" srcId="{ECA35500-E772-4528-A707-8F4F47A946AD}" destId="{BF9939FB-875B-47E6-8B9D-24816ADE71B3}" srcOrd="4" destOrd="0" parTransId="{DA5B27CC-0BB3-48BC-A35C-E9CC3634EEE8}" sibTransId="{A73F6EED-0127-4870-B7CE-0E29B2F4DF85}"/>
    <dgm:cxn modelId="{B959250C-37C5-4739-B82B-E5704E706360}" srcId="{ECA35500-E772-4528-A707-8F4F47A946AD}" destId="{E791DDFB-47AA-48BB-A71E-DD5456F78F19}" srcOrd="2" destOrd="0" parTransId="{DE7E7C80-35C4-4940-954B-0E62F79C7B8D}" sibTransId="{56E88043-368E-4616-999A-ACB4C7A7E28F}"/>
    <dgm:cxn modelId="{DCB1A81E-79CD-4C99-86FA-28C7EABEE119}" type="presOf" srcId="{F9E80C8C-81B9-4025-B564-A9FAC4D93725}" destId="{F1F0C252-5AC5-4E08-89AC-C41DDE7F1ADA}" srcOrd="0" destOrd="0" presId="urn:microsoft.com/office/officeart/2018/2/layout/IconVerticalSolidList"/>
    <dgm:cxn modelId="{B187C45B-C00F-4A8F-B9E4-F2021DF9E26B}" srcId="{ECA35500-E772-4528-A707-8F4F47A946AD}" destId="{6BF8973D-62EB-4C23-A6DC-73D606F4815F}" srcOrd="1" destOrd="0" parTransId="{A79BD048-9E22-4B77-B90D-949C9CBCA6AC}" sibTransId="{84B86286-86BF-4908-90AF-F9E26BF8618C}"/>
    <dgm:cxn modelId="{DFB8454A-C306-42F5-82F3-56B0A35A2CAA}" type="presOf" srcId="{C98C1E84-5F04-49BD-999D-8F11250BED7E}" destId="{654514F7-9EF2-40EB-B344-C9FD2A3302D8}" srcOrd="0" destOrd="0" presId="urn:microsoft.com/office/officeart/2018/2/layout/IconVerticalSolidList"/>
    <dgm:cxn modelId="{59BAFB56-4C91-4C57-8E70-B0F837F37C10}" srcId="{ECA35500-E772-4528-A707-8F4F47A946AD}" destId="{C98C1E84-5F04-49BD-999D-8F11250BED7E}" srcOrd="0" destOrd="0" parTransId="{CE23B358-E483-4931-B8C7-F396D6EE923F}" sibTransId="{C52A22D5-294A-42C8-9AB7-5DD17E0BB7E6}"/>
    <dgm:cxn modelId="{F911527C-9A96-47C4-9BCE-4706E0A5BC30}" type="presOf" srcId="{E791DDFB-47AA-48BB-A71E-DD5456F78F19}" destId="{4BB880FA-3F6E-4E06-AD78-720802AA9095}" srcOrd="0" destOrd="0" presId="urn:microsoft.com/office/officeart/2018/2/layout/IconVerticalSolidList"/>
    <dgm:cxn modelId="{78091480-E328-4C0C-BB8E-93E80E328DA7}" type="presOf" srcId="{ECA35500-E772-4528-A707-8F4F47A946AD}" destId="{85CC8826-6C88-4849-B1A5-9EB36E73714B}" srcOrd="0" destOrd="0" presId="urn:microsoft.com/office/officeart/2018/2/layout/IconVerticalSolidList"/>
    <dgm:cxn modelId="{A3077FCB-A4EA-4A1D-8A00-BA4F267121CB}" type="presOf" srcId="{6BF8973D-62EB-4C23-A6DC-73D606F4815F}" destId="{7C0C28FF-2843-4F4F-BBC0-9B5BF4AFF929}" srcOrd="0" destOrd="0" presId="urn:microsoft.com/office/officeart/2018/2/layout/IconVerticalSolidList"/>
    <dgm:cxn modelId="{D21CB6CD-ED84-4C0E-B9CB-EE744A9889F9}" type="presOf" srcId="{BF9939FB-875B-47E6-8B9D-24816ADE71B3}" destId="{2DB7896A-3A1C-412E-9804-F62113CB2D41}" srcOrd="0" destOrd="0" presId="urn:microsoft.com/office/officeart/2018/2/layout/IconVerticalSolidList"/>
    <dgm:cxn modelId="{3FA948DE-9D17-4E3B-B626-280BD8E52787}" srcId="{ECA35500-E772-4528-A707-8F4F47A946AD}" destId="{F9E80C8C-81B9-4025-B564-A9FAC4D93725}" srcOrd="3" destOrd="0" parTransId="{EA68F037-7ABD-48DC-95CE-3C040A9C0C86}" sibTransId="{27744409-9443-4A6D-B223-A0D7B8BE7AD3}"/>
    <dgm:cxn modelId="{0EBF901C-E932-4D32-B47A-0224D120B1E3}" type="presParOf" srcId="{85CC8826-6C88-4849-B1A5-9EB36E73714B}" destId="{4BCCB3B9-2FC5-4373-B52D-C3FA2DA0FC4F}" srcOrd="0" destOrd="0" presId="urn:microsoft.com/office/officeart/2018/2/layout/IconVerticalSolidList"/>
    <dgm:cxn modelId="{6CCD5DD8-2E68-49C1-B86D-F7F350D08F8C}" type="presParOf" srcId="{4BCCB3B9-2FC5-4373-B52D-C3FA2DA0FC4F}" destId="{83087928-A023-45BF-B752-5A3A4807BEA8}" srcOrd="0" destOrd="0" presId="urn:microsoft.com/office/officeart/2018/2/layout/IconVerticalSolidList"/>
    <dgm:cxn modelId="{52534CC6-54A9-44C4-881A-BBFFEE857AB0}" type="presParOf" srcId="{4BCCB3B9-2FC5-4373-B52D-C3FA2DA0FC4F}" destId="{19737E55-DAEA-4366-B245-DACA23A05A48}" srcOrd="1" destOrd="0" presId="urn:microsoft.com/office/officeart/2018/2/layout/IconVerticalSolidList"/>
    <dgm:cxn modelId="{E846AC33-3E2A-499D-8FF0-25FC87EF5328}" type="presParOf" srcId="{4BCCB3B9-2FC5-4373-B52D-C3FA2DA0FC4F}" destId="{37BC7ED1-1791-48CC-B3ED-75EDB88C46E0}" srcOrd="2" destOrd="0" presId="urn:microsoft.com/office/officeart/2018/2/layout/IconVerticalSolidList"/>
    <dgm:cxn modelId="{9D3D35A8-D29C-4FD6-9FDF-590097C926CA}" type="presParOf" srcId="{4BCCB3B9-2FC5-4373-B52D-C3FA2DA0FC4F}" destId="{654514F7-9EF2-40EB-B344-C9FD2A3302D8}" srcOrd="3" destOrd="0" presId="urn:microsoft.com/office/officeart/2018/2/layout/IconVerticalSolidList"/>
    <dgm:cxn modelId="{BF4C4CD2-BAF8-47A2-8554-A18DD0C955FA}" type="presParOf" srcId="{85CC8826-6C88-4849-B1A5-9EB36E73714B}" destId="{4E5B50DE-9F27-4D1B-8969-4A56443DF16A}" srcOrd="1" destOrd="0" presId="urn:microsoft.com/office/officeart/2018/2/layout/IconVerticalSolidList"/>
    <dgm:cxn modelId="{36B623F1-6D32-4B80-8F96-5A043121B77A}" type="presParOf" srcId="{85CC8826-6C88-4849-B1A5-9EB36E73714B}" destId="{CC23E77C-CD56-4586-9536-252EA274830C}" srcOrd="2" destOrd="0" presId="urn:microsoft.com/office/officeart/2018/2/layout/IconVerticalSolidList"/>
    <dgm:cxn modelId="{13AC7612-B6BF-48B0-8C00-60FC2A29464E}" type="presParOf" srcId="{CC23E77C-CD56-4586-9536-252EA274830C}" destId="{8EF8E7C1-3479-4A82-9FAF-D426AD276FE5}" srcOrd="0" destOrd="0" presId="urn:microsoft.com/office/officeart/2018/2/layout/IconVerticalSolidList"/>
    <dgm:cxn modelId="{1FB0791F-0F29-414E-A432-66EAC8D60389}" type="presParOf" srcId="{CC23E77C-CD56-4586-9536-252EA274830C}" destId="{97E8E6F9-4903-4F61-A772-32FA08DE3EC9}" srcOrd="1" destOrd="0" presId="urn:microsoft.com/office/officeart/2018/2/layout/IconVerticalSolidList"/>
    <dgm:cxn modelId="{4BD9901F-DF92-44E2-A665-2084336C7DE1}" type="presParOf" srcId="{CC23E77C-CD56-4586-9536-252EA274830C}" destId="{45D34DF4-7180-4426-BBD4-93434001DAB7}" srcOrd="2" destOrd="0" presId="urn:microsoft.com/office/officeart/2018/2/layout/IconVerticalSolidList"/>
    <dgm:cxn modelId="{EF535AD0-CFA7-40FB-96B4-D3E184C58A9C}" type="presParOf" srcId="{CC23E77C-CD56-4586-9536-252EA274830C}" destId="{7C0C28FF-2843-4F4F-BBC0-9B5BF4AFF929}" srcOrd="3" destOrd="0" presId="urn:microsoft.com/office/officeart/2018/2/layout/IconVerticalSolidList"/>
    <dgm:cxn modelId="{54AB38F8-AC18-4086-8890-8259E4EA245E}" type="presParOf" srcId="{85CC8826-6C88-4849-B1A5-9EB36E73714B}" destId="{1DA48CD8-E96F-4ABA-BB52-126318E0BB58}" srcOrd="3" destOrd="0" presId="urn:microsoft.com/office/officeart/2018/2/layout/IconVerticalSolidList"/>
    <dgm:cxn modelId="{965E6639-D25F-4EDF-8F31-2772C05DD0E0}" type="presParOf" srcId="{85CC8826-6C88-4849-B1A5-9EB36E73714B}" destId="{E3289C01-3F8F-4D5A-A338-DE2F866084AF}" srcOrd="4" destOrd="0" presId="urn:microsoft.com/office/officeart/2018/2/layout/IconVerticalSolidList"/>
    <dgm:cxn modelId="{8C6DD4CA-358A-46C0-8AE7-06906EC8FBE9}" type="presParOf" srcId="{E3289C01-3F8F-4D5A-A338-DE2F866084AF}" destId="{2336BB7F-C71A-4AE7-B47F-4C07DD6E97A8}" srcOrd="0" destOrd="0" presId="urn:microsoft.com/office/officeart/2018/2/layout/IconVerticalSolidList"/>
    <dgm:cxn modelId="{5BC5A972-9EA3-4F76-965B-3B0E51B65A80}" type="presParOf" srcId="{E3289C01-3F8F-4D5A-A338-DE2F866084AF}" destId="{19923A23-1BF9-48EE-AC31-E51F99A8A539}" srcOrd="1" destOrd="0" presId="urn:microsoft.com/office/officeart/2018/2/layout/IconVerticalSolidList"/>
    <dgm:cxn modelId="{D8E1C1D5-A6AC-4EEA-A70E-2103A9B621DF}" type="presParOf" srcId="{E3289C01-3F8F-4D5A-A338-DE2F866084AF}" destId="{E10C6897-A192-4476-AC9C-1128C9BF0DC8}" srcOrd="2" destOrd="0" presId="urn:microsoft.com/office/officeart/2018/2/layout/IconVerticalSolidList"/>
    <dgm:cxn modelId="{E4EFB28C-8E8D-4C55-8DDF-CCB0A65D4165}" type="presParOf" srcId="{E3289C01-3F8F-4D5A-A338-DE2F866084AF}" destId="{4BB880FA-3F6E-4E06-AD78-720802AA9095}" srcOrd="3" destOrd="0" presId="urn:microsoft.com/office/officeart/2018/2/layout/IconVerticalSolidList"/>
    <dgm:cxn modelId="{E23F25EC-83E0-4E72-8DCB-010F9BF4A784}" type="presParOf" srcId="{85CC8826-6C88-4849-B1A5-9EB36E73714B}" destId="{A1C0877C-AE0E-45FB-B429-80F4D0EBAD8E}" srcOrd="5" destOrd="0" presId="urn:microsoft.com/office/officeart/2018/2/layout/IconVerticalSolidList"/>
    <dgm:cxn modelId="{6490B0A7-8535-446A-94EA-A725ECEB056B}" type="presParOf" srcId="{85CC8826-6C88-4849-B1A5-9EB36E73714B}" destId="{8B6EF193-999A-4580-9D04-736ADE0B22B0}" srcOrd="6" destOrd="0" presId="urn:microsoft.com/office/officeart/2018/2/layout/IconVerticalSolidList"/>
    <dgm:cxn modelId="{75AD69BD-503B-4AD3-8F44-2BE53402D547}" type="presParOf" srcId="{8B6EF193-999A-4580-9D04-736ADE0B22B0}" destId="{27946295-140B-4319-97E4-DFE728320594}" srcOrd="0" destOrd="0" presId="urn:microsoft.com/office/officeart/2018/2/layout/IconVerticalSolidList"/>
    <dgm:cxn modelId="{5776DB84-5A64-40CD-81E2-3BED97357B74}" type="presParOf" srcId="{8B6EF193-999A-4580-9D04-736ADE0B22B0}" destId="{49C96A3B-B56F-4372-959E-99B4E12B6A50}" srcOrd="1" destOrd="0" presId="urn:microsoft.com/office/officeart/2018/2/layout/IconVerticalSolidList"/>
    <dgm:cxn modelId="{30D64545-CE27-47C4-ABDF-1533A9C4C174}" type="presParOf" srcId="{8B6EF193-999A-4580-9D04-736ADE0B22B0}" destId="{982F4FE4-2490-4DDA-A1A2-577D074C54A5}" srcOrd="2" destOrd="0" presId="urn:microsoft.com/office/officeart/2018/2/layout/IconVerticalSolidList"/>
    <dgm:cxn modelId="{4FEEC013-49F5-4042-AAE1-5A41ADDA9FF1}" type="presParOf" srcId="{8B6EF193-999A-4580-9D04-736ADE0B22B0}" destId="{F1F0C252-5AC5-4E08-89AC-C41DDE7F1ADA}" srcOrd="3" destOrd="0" presId="urn:microsoft.com/office/officeart/2018/2/layout/IconVerticalSolidList"/>
    <dgm:cxn modelId="{5E5A9ED2-0F82-4360-8CB5-5F393E90BD7C}" type="presParOf" srcId="{85CC8826-6C88-4849-B1A5-9EB36E73714B}" destId="{6E1FDD67-7189-40D3-A029-B6D1D1EC6987}" srcOrd="7" destOrd="0" presId="urn:microsoft.com/office/officeart/2018/2/layout/IconVerticalSolidList"/>
    <dgm:cxn modelId="{FD497E40-5E95-463D-9404-E3489A473A76}" type="presParOf" srcId="{85CC8826-6C88-4849-B1A5-9EB36E73714B}" destId="{6327CF9E-2988-4E68-AE55-575CE208E26E}" srcOrd="8" destOrd="0" presId="urn:microsoft.com/office/officeart/2018/2/layout/IconVerticalSolidList"/>
    <dgm:cxn modelId="{81319835-8F79-44AF-9AF5-5C3D5C167EBF}" type="presParOf" srcId="{6327CF9E-2988-4E68-AE55-575CE208E26E}" destId="{0BD932AA-CAC4-43CA-B72D-F11880641C87}" srcOrd="0" destOrd="0" presId="urn:microsoft.com/office/officeart/2018/2/layout/IconVerticalSolidList"/>
    <dgm:cxn modelId="{FAF53286-D6BE-472E-A57A-AFB4F5FAC521}" type="presParOf" srcId="{6327CF9E-2988-4E68-AE55-575CE208E26E}" destId="{D0C43639-3699-452B-B9C1-9F6EDAAC0297}" srcOrd="1" destOrd="0" presId="urn:microsoft.com/office/officeart/2018/2/layout/IconVerticalSolidList"/>
    <dgm:cxn modelId="{CB57C0CA-6988-4CF0-81EE-47C2855B4B21}" type="presParOf" srcId="{6327CF9E-2988-4E68-AE55-575CE208E26E}" destId="{EFF50684-4B18-4D42-BC50-4DF77EEAC9AF}" srcOrd="2" destOrd="0" presId="urn:microsoft.com/office/officeart/2018/2/layout/IconVerticalSolidList"/>
    <dgm:cxn modelId="{BA6DEEF7-09EB-4C58-822D-ACB188B311F6}" type="presParOf" srcId="{6327CF9E-2988-4E68-AE55-575CE208E26E}" destId="{2DB7896A-3A1C-412E-9804-F62113CB2D4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72F4EC2-4319-44D3-B3D2-9884B9DA6DE2}"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225B6171-7A80-4683-9FCF-99F2AE019F4B}">
      <dgm:prSet custT="1"/>
      <dgm:spPr/>
      <dgm:t>
        <a:bodyPr/>
        <a:lstStyle/>
        <a:p>
          <a:pPr>
            <a:lnSpc>
              <a:spcPct val="100000"/>
            </a:lnSpc>
            <a:defRPr cap="all"/>
          </a:pPr>
          <a:r>
            <a:rPr lang="en-US" sz="1800" b="1">
              <a:latin typeface="Calibri"/>
              <a:ea typeface="Calibri"/>
              <a:cs typeface="Calibri"/>
            </a:rPr>
            <a:t>Safe &amp; Offline</a:t>
          </a:r>
          <a:r>
            <a:rPr lang="en-US" sz="1800">
              <a:latin typeface="Calibri"/>
              <a:ea typeface="Calibri"/>
              <a:cs typeface="Calibri"/>
            </a:rPr>
            <a:t> - Telugu voice assistant for seniors</a:t>
          </a:r>
        </a:p>
      </dgm:t>
    </dgm:pt>
    <dgm:pt modelId="{5C76811D-43D6-4BA2-8828-02C4CF7FC4A0}" type="parTrans" cxnId="{8107DB79-A3B2-4C09-A718-BE5F301E8A41}">
      <dgm:prSet/>
      <dgm:spPr/>
      <dgm:t>
        <a:bodyPr/>
        <a:lstStyle/>
        <a:p>
          <a:endParaRPr lang="en-US"/>
        </a:p>
      </dgm:t>
    </dgm:pt>
    <dgm:pt modelId="{1DED7915-6DEA-4CD5-BD67-51D6B21EEC99}" type="sibTrans" cxnId="{8107DB79-A3B2-4C09-A718-BE5F301E8A41}">
      <dgm:prSet/>
      <dgm:spPr/>
      <dgm:t>
        <a:bodyPr/>
        <a:lstStyle/>
        <a:p>
          <a:endParaRPr lang="en-US"/>
        </a:p>
      </dgm:t>
    </dgm:pt>
    <dgm:pt modelId="{66F1284C-A37D-4EC7-AB3B-316423D3F806}">
      <dgm:prSet/>
      <dgm:spPr/>
      <dgm:t>
        <a:bodyPr/>
        <a:lstStyle/>
        <a:p>
          <a:pPr>
            <a:lnSpc>
              <a:spcPct val="100000"/>
            </a:lnSpc>
            <a:defRPr cap="all"/>
          </a:pPr>
          <a:r>
            <a:rPr lang="en-US" sz="1800" b="1">
              <a:latin typeface="Calibri"/>
              <a:ea typeface="Calibri"/>
              <a:cs typeface="Calibri"/>
            </a:rPr>
            <a:t>Medicine &amp; Appointment Reminders</a:t>
          </a:r>
          <a:r>
            <a:rPr lang="en-US" sz="1800">
              <a:latin typeface="Calibri"/>
              <a:ea typeface="Calibri"/>
              <a:cs typeface="Calibri"/>
            </a:rPr>
            <a:t> – Automated alerts</a:t>
          </a:r>
        </a:p>
      </dgm:t>
    </dgm:pt>
    <dgm:pt modelId="{A707A6B5-69D5-4034-A1D4-67FD633B5623}" type="parTrans" cxnId="{16F129A4-F8C1-4711-920B-C5AE4770036C}">
      <dgm:prSet/>
      <dgm:spPr/>
      <dgm:t>
        <a:bodyPr/>
        <a:lstStyle/>
        <a:p>
          <a:endParaRPr lang="en-US"/>
        </a:p>
      </dgm:t>
    </dgm:pt>
    <dgm:pt modelId="{D06DC06C-F602-4099-B082-672566B81329}" type="sibTrans" cxnId="{16F129A4-F8C1-4711-920B-C5AE4770036C}">
      <dgm:prSet/>
      <dgm:spPr/>
      <dgm:t>
        <a:bodyPr/>
        <a:lstStyle/>
        <a:p>
          <a:endParaRPr lang="en-US"/>
        </a:p>
      </dgm:t>
    </dgm:pt>
    <dgm:pt modelId="{5D6E2C19-C74B-4BB7-A4BF-E6CBBC9AE20A}">
      <dgm:prSet/>
      <dgm:spPr/>
      <dgm:t>
        <a:bodyPr/>
        <a:lstStyle/>
        <a:p>
          <a:pPr>
            <a:lnSpc>
              <a:spcPct val="100000"/>
            </a:lnSpc>
            <a:defRPr cap="all"/>
          </a:pPr>
          <a:r>
            <a:rPr lang="en-US" sz="1800" b="1">
              <a:latin typeface="Calibri"/>
              <a:ea typeface="Calibri"/>
              <a:cs typeface="Calibri"/>
            </a:rPr>
            <a:t>Emergency Alerts</a:t>
          </a:r>
          <a:r>
            <a:rPr lang="en-US" sz="1800">
              <a:latin typeface="Calibri"/>
              <a:ea typeface="Calibri"/>
              <a:cs typeface="Calibri"/>
            </a:rPr>
            <a:t> – GSM calls &amp; SMS to caregivers</a:t>
          </a:r>
        </a:p>
      </dgm:t>
    </dgm:pt>
    <dgm:pt modelId="{5708E923-407E-4F88-A01F-D6D172D9E660}" type="parTrans" cxnId="{3FFE1B6F-E3DE-455D-8D8A-ED16B6C555C9}">
      <dgm:prSet/>
      <dgm:spPr/>
      <dgm:t>
        <a:bodyPr/>
        <a:lstStyle/>
        <a:p>
          <a:endParaRPr lang="en-US"/>
        </a:p>
      </dgm:t>
    </dgm:pt>
    <dgm:pt modelId="{1491E3F5-1EEA-4BAF-B3D8-21F61D9FF016}" type="sibTrans" cxnId="{3FFE1B6F-E3DE-455D-8D8A-ED16B6C555C9}">
      <dgm:prSet/>
      <dgm:spPr/>
      <dgm:t>
        <a:bodyPr/>
        <a:lstStyle/>
        <a:p>
          <a:endParaRPr lang="en-US"/>
        </a:p>
      </dgm:t>
    </dgm:pt>
    <dgm:pt modelId="{DF98F10E-620F-434C-930C-E99D4642DCDE}">
      <dgm:prSet/>
      <dgm:spPr/>
      <dgm:t>
        <a:bodyPr/>
        <a:lstStyle/>
        <a:p>
          <a:pPr>
            <a:lnSpc>
              <a:spcPct val="100000"/>
            </a:lnSpc>
            <a:defRPr cap="all"/>
          </a:pPr>
          <a:r>
            <a:rPr lang="en-US" sz="1800" b="1">
              <a:latin typeface="Calibri"/>
              <a:ea typeface="Calibri"/>
              <a:cs typeface="Calibri"/>
            </a:rPr>
            <a:t>Smart Home Control &amp; Companionship</a:t>
          </a:r>
          <a:r>
            <a:rPr lang="en-US" sz="1800">
              <a:latin typeface="Calibri"/>
              <a:ea typeface="Calibri"/>
              <a:cs typeface="Calibri"/>
            </a:rPr>
            <a:t> – Voice based interaction</a:t>
          </a:r>
        </a:p>
      </dgm:t>
    </dgm:pt>
    <dgm:pt modelId="{50C1263E-2B74-472D-8E05-218AAF6F9412}" type="parTrans" cxnId="{64173F52-A17B-4A42-8458-A01FD517D2F8}">
      <dgm:prSet/>
      <dgm:spPr/>
      <dgm:t>
        <a:bodyPr/>
        <a:lstStyle/>
        <a:p>
          <a:endParaRPr lang="en-US"/>
        </a:p>
      </dgm:t>
    </dgm:pt>
    <dgm:pt modelId="{43179F30-BED8-45E1-99BF-319607903ACA}" type="sibTrans" cxnId="{64173F52-A17B-4A42-8458-A01FD517D2F8}">
      <dgm:prSet/>
      <dgm:spPr/>
      <dgm:t>
        <a:bodyPr/>
        <a:lstStyle/>
        <a:p>
          <a:endParaRPr lang="en-US"/>
        </a:p>
      </dgm:t>
    </dgm:pt>
    <dgm:pt modelId="{6EADB2FD-F863-47DA-B1BE-4511357F2DC7}">
      <dgm:prSet/>
      <dgm:spPr/>
      <dgm:t>
        <a:bodyPr/>
        <a:lstStyle/>
        <a:p>
          <a:pPr>
            <a:lnSpc>
              <a:spcPct val="100000"/>
            </a:lnSpc>
            <a:defRPr cap="all"/>
          </a:pPr>
          <a:r>
            <a:rPr lang="en-US" sz="1800" b="1">
              <a:latin typeface="Calibri"/>
              <a:ea typeface="Calibri"/>
              <a:cs typeface="Calibri"/>
            </a:rPr>
            <a:t>Portable &amp; Privacy-Friendly</a:t>
          </a:r>
          <a:r>
            <a:rPr lang="en-US" sz="1800">
              <a:latin typeface="Calibri"/>
              <a:ea typeface="Calibri"/>
              <a:cs typeface="Calibri"/>
            </a:rPr>
            <a:t> – Expandable design for future sensors</a:t>
          </a:r>
        </a:p>
      </dgm:t>
    </dgm:pt>
    <dgm:pt modelId="{E109F19C-4308-45DE-BC22-081964EA4882}" type="parTrans" cxnId="{A2F1B66C-7EE9-461C-9FE2-9B3E23BF08A2}">
      <dgm:prSet/>
      <dgm:spPr/>
      <dgm:t>
        <a:bodyPr/>
        <a:lstStyle/>
        <a:p>
          <a:endParaRPr lang="en-US"/>
        </a:p>
      </dgm:t>
    </dgm:pt>
    <dgm:pt modelId="{5CCAA4DA-6982-45B2-A5D9-694E2E69CD84}" type="sibTrans" cxnId="{A2F1B66C-7EE9-461C-9FE2-9B3E23BF08A2}">
      <dgm:prSet/>
      <dgm:spPr/>
      <dgm:t>
        <a:bodyPr/>
        <a:lstStyle/>
        <a:p>
          <a:endParaRPr lang="en-US"/>
        </a:p>
      </dgm:t>
    </dgm:pt>
    <dgm:pt modelId="{4AE08ED2-794B-431D-83DC-3D75AAD4EC49}" type="pres">
      <dgm:prSet presAssocID="{372F4EC2-4319-44D3-B3D2-9884B9DA6DE2}" presName="root" presStyleCnt="0">
        <dgm:presLayoutVars>
          <dgm:dir/>
          <dgm:resizeHandles val="exact"/>
        </dgm:presLayoutVars>
      </dgm:prSet>
      <dgm:spPr/>
    </dgm:pt>
    <dgm:pt modelId="{4A63BA37-665B-488C-863F-9BD3A8D6AC1E}" type="pres">
      <dgm:prSet presAssocID="{225B6171-7A80-4683-9FCF-99F2AE019F4B}" presName="compNode" presStyleCnt="0"/>
      <dgm:spPr/>
    </dgm:pt>
    <dgm:pt modelId="{499752CD-A027-4E40-AEEB-D3731F2A3673}" type="pres">
      <dgm:prSet presAssocID="{225B6171-7A80-4683-9FCF-99F2AE019F4B}" presName="iconBgRect" presStyleLbl="bgShp" presStyleIdx="0" presStyleCnt="5"/>
      <dgm:spPr/>
    </dgm:pt>
    <dgm:pt modelId="{6C6CB85B-5F68-4136-A14F-A0617E89E507}" type="pres">
      <dgm:prSet presAssocID="{225B6171-7A80-4683-9FCF-99F2AE019F4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ubtitles"/>
        </a:ext>
      </dgm:extLst>
    </dgm:pt>
    <dgm:pt modelId="{B3F9A463-185C-4798-840E-2426D2A07949}" type="pres">
      <dgm:prSet presAssocID="{225B6171-7A80-4683-9FCF-99F2AE019F4B}" presName="spaceRect" presStyleCnt="0"/>
      <dgm:spPr/>
    </dgm:pt>
    <dgm:pt modelId="{AA2AEA5B-952D-41E9-A474-27480A4EA8E8}" type="pres">
      <dgm:prSet presAssocID="{225B6171-7A80-4683-9FCF-99F2AE019F4B}" presName="textRect" presStyleLbl="revTx" presStyleIdx="0" presStyleCnt="5">
        <dgm:presLayoutVars>
          <dgm:chMax val="1"/>
          <dgm:chPref val="1"/>
        </dgm:presLayoutVars>
      </dgm:prSet>
      <dgm:spPr/>
    </dgm:pt>
    <dgm:pt modelId="{BA171401-DA01-466F-BDEC-60B278AEC083}" type="pres">
      <dgm:prSet presAssocID="{1DED7915-6DEA-4CD5-BD67-51D6B21EEC99}" presName="sibTrans" presStyleCnt="0"/>
      <dgm:spPr/>
    </dgm:pt>
    <dgm:pt modelId="{ED48E137-E28D-4015-84ED-80E7EA05A731}" type="pres">
      <dgm:prSet presAssocID="{66F1284C-A37D-4EC7-AB3B-316423D3F806}" presName="compNode" presStyleCnt="0"/>
      <dgm:spPr/>
    </dgm:pt>
    <dgm:pt modelId="{A086AD68-8BA3-4249-AFDF-64BD42A02F15}" type="pres">
      <dgm:prSet presAssocID="{66F1284C-A37D-4EC7-AB3B-316423D3F806}" presName="iconBgRect" presStyleLbl="bgShp" presStyleIdx="1" presStyleCnt="5"/>
      <dgm:spPr/>
    </dgm:pt>
    <dgm:pt modelId="{DA2DA3DA-231A-4DF5-AA2E-362329006100}" type="pres">
      <dgm:prSet presAssocID="{66F1284C-A37D-4EC7-AB3B-316423D3F80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ell"/>
        </a:ext>
      </dgm:extLst>
    </dgm:pt>
    <dgm:pt modelId="{FFC47B23-4DB3-4961-B16A-AD1C5FA866EA}" type="pres">
      <dgm:prSet presAssocID="{66F1284C-A37D-4EC7-AB3B-316423D3F806}" presName="spaceRect" presStyleCnt="0"/>
      <dgm:spPr/>
    </dgm:pt>
    <dgm:pt modelId="{2E107964-53B3-43DB-9AD7-EC10E4E34C9B}" type="pres">
      <dgm:prSet presAssocID="{66F1284C-A37D-4EC7-AB3B-316423D3F806}" presName="textRect" presStyleLbl="revTx" presStyleIdx="1" presStyleCnt="5">
        <dgm:presLayoutVars>
          <dgm:chMax val="1"/>
          <dgm:chPref val="1"/>
        </dgm:presLayoutVars>
      </dgm:prSet>
      <dgm:spPr/>
    </dgm:pt>
    <dgm:pt modelId="{5116066D-B33B-4A02-B570-DDF911FE75C9}" type="pres">
      <dgm:prSet presAssocID="{D06DC06C-F602-4099-B082-672566B81329}" presName="sibTrans" presStyleCnt="0"/>
      <dgm:spPr/>
    </dgm:pt>
    <dgm:pt modelId="{AB8CC060-68B3-49CD-804A-6BE076EE2640}" type="pres">
      <dgm:prSet presAssocID="{5D6E2C19-C74B-4BB7-A4BF-E6CBBC9AE20A}" presName="compNode" presStyleCnt="0"/>
      <dgm:spPr/>
    </dgm:pt>
    <dgm:pt modelId="{B824DB64-EC82-42CC-B957-65C7A9E59FDF}" type="pres">
      <dgm:prSet presAssocID="{5D6E2C19-C74B-4BB7-A4BF-E6CBBC9AE20A}" presName="iconBgRect" presStyleLbl="bgShp" presStyleIdx="2" presStyleCnt="5"/>
      <dgm:spPr/>
    </dgm:pt>
    <dgm:pt modelId="{3F61187B-1E43-4BC0-8015-B324B40DF856}" type="pres">
      <dgm:prSet presAssocID="{5D6E2C19-C74B-4BB7-A4BF-E6CBBC9AE20A}"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peaker Phone"/>
        </a:ext>
      </dgm:extLst>
    </dgm:pt>
    <dgm:pt modelId="{7CBB915C-DC9D-44E5-87C4-615C0B0D5083}" type="pres">
      <dgm:prSet presAssocID="{5D6E2C19-C74B-4BB7-A4BF-E6CBBC9AE20A}" presName="spaceRect" presStyleCnt="0"/>
      <dgm:spPr/>
    </dgm:pt>
    <dgm:pt modelId="{4474C2D7-4231-4D0E-87C7-93F10BD365A1}" type="pres">
      <dgm:prSet presAssocID="{5D6E2C19-C74B-4BB7-A4BF-E6CBBC9AE20A}" presName="textRect" presStyleLbl="revTx" presStyleIdx="2" presStyleCnt="5">
        <dgm:presLayoutVars>
          <dgm:chMax val="1"/>
          <dgm:chPref val="1"/>
        </dgm:presLayoutVars>
      </dgm:prSet>
      <dgm:spPr/>
    </dgm:pt>
    <dgm:pt modelId="{4FFD6397-5828-4690-BFD0-31661CD52A42}" type="pres">
      <dgm:prSet presAssocID="{1491E3F5-1EEA-4BAF-B3D8-21F61D9FF016}" presName="sibTrans" presStyleCnt="0"/>
      <dgm:spPr/>
    </dgm:pt>
    <dgm:pt modelId="{798BBC29-7E40-492B-9AB3-5B46ADBA6115}" type="pres">
      <dgm:prSet presAssocID="{DF98F10E-620F-434C-930C-E99D4642DCDE}" presName="compNode" presStyleCnt="0"/>
      <dgm:spPr/>
    </dgm:pt>
    <dgm:pt modelId="{B4D0DD88-3E45-49AC-974B-DC943033C8CE}" type="pres">
      <dgm:prSet presAssocID="{DF98F10E-620F-434C-930C-E99D4642DCDE}" presName="iconBgRect" presStyleLbl="bgShp" presStyleIdx="3" presStyleCnt="5"/>
      <dgm:spPr/>
    </dgm:pt>
    <dgm:pt modelId="{A66BB970-3190-4D06-8CEB-B2ED81AC3835}" type="pres">
      <dgm:prSet presAssocID="{DF98F10E-620F-434C-930C-E99D4642DCD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uburban scene"/>
        </a:ext>
      </dgm:extLst>
    </dgm:pt>
    <dgm:pt modelId="{FA8E5E34-BC09-4EAC-9960-1E5B9573E766}" type="pres">
      <dgm:prSet presAssocID="{DF98F10E-620F-434C-930C-E99D4642DCDE}" presName="spaceRect" presStyleCnt="0"/>
      <dgm:spPr/>
    </dgm:pt>
    <dgm:pt modelId="{392D94E0-EE9C-4872-AF3D-D061723E958F}" type="pres">
      <dgm:prSet presAssocID="{DF98F10E-620F-434C-930C-E99D4642DCDE}" presName="textRect" presStyleLbl="revTx" presStyleIdx="3" presStyleCnt="5">
        <dgm:presLayoutVars>
          <dgm:chMax val="1"/>
          <dgm:chPref val="1"/>
        </dgm:presLayoutVars>
      </dgm:prSet>
      <dgm:spPr/>
    </dgm:pt>
    <dgm:pt modelId="{055124D0-DCC7-48CA-87EB-90E4001DA068}" type="pres">
      <dgm:prSet presAssocID="{43179F30-BED8-45E1-99BF-319607903ACA}" presName="sibTrans" presStyleCnt="0"/>
      <dgm:spPr/>
    </dgm:pt>
    <dgm:pt modelId="{F4667971-2810-40EF-8B33-57D0E8688C58}" type="pres">
      <dgm:prSet presAssocID="{6EADB2FD-F863-47DA-B1BE-4511357F2DC7}" presName="compNode" presStyleCnt="0"/>
      <dgm:spPr/>
    </dgm:pt>
    <dgm:pt modelId="{827B4576-734C-422E-9F2D-019632FFC138}" type="pres">
      <dgm:prSet presAssocID="{6EADB2FD-F863-47DA-B1BE-4511357F2DC7}" presName="iconBgRect" presStyleLbl="bgShp" presStyleIdx="4" presStyleCnt="5"/>
      <dgm:spPr/>
    </dgm:pt>
    <dgm:pt modelId="{69B3F80F-3C31-49A5-81F1-235D2F0474A5}" type="pres">
      <dgm:prSet presAssocID="{6EADB2FD-F863-47DA-B1BE-4511357F2DC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rocessor"/>
        </a:ext>
      </dgm:extLst>
    </dgm:pt>
    <dgm:pt modelId="{A240B501-1D8D-47D8-9086-1ABE4129E6AD}" type="pres">
      <dgm:prSet presAssocID="{6EADB2FD-F863-47DA-B1BE-4511357F2DC7}" presName="spaceRect" presStyleCnt="0"/>
      <dgm:spPr/>
    </dgm:pt>
    <dgm:pt modelId="{BC7AB5D9-B301-47D7-B23F-08B8A2ABA7FA}" type="pres">
      <dgm:prSet presAssocID="{6EADB2FD-F863-47DA-B1BE-4511357F2DC7}" presName="textRect" presStyleLbl="revTx" presStyleIdx="4" presStyleCnt="5">
        <dgm:presLayoutVars>
          <dgm:chMax val="1"/>
          <dgm:chPref val="1"/>
        </dgm:presLayoutVars>
      </dgm:prSet>
      <dgm:spPr/>
    </dgm:pt>
  </dgm:ptLst>
  <dgm:cxnLst>
    <dgm:cxn modelId="{33A71708-D9E3-488B-B769-58A6803309F6}" type="presOf" srcId="{5D6E2C19-C74B-4BB7-A4BF-E6CBBC9AE20A}" destId="{4474C2D7-4231-4D0E-87C7-93F10BD365A1}" srcOrd="0" destOrd="0" presId="urn:microsoft.com/office/officeart/2018/5/layout/IconCircleLabelList"/>
    <dgm:cxn modelId="{8A09765E-0A0D-4FF6-85B3-4FD22046D7CC}" type="presOf" srcId="{66F1284C-A37D-4EC7-AB3B-316423D3F806}" destId="{2E107964-53B3-43DB-9AD7-EC10E4E34C9B}" srcOrd="0" destOrd="0" presId="urn:microsoft.com/office/officeart/2018/5/layout/IconCircleLabelList"/>
    <dgm:cxn modelId="{A2F1B66C-7EE9-461C-9FE2-9B3E23BF08A2}" srcId="{372F4EC2-4319-44D3-B3D2-9884B9DA6DE2}" destId="{6EADB2FD-F863-47DA-B1BE-4511357F2DC7}" srcOrd="4" destOrd="0" parTransId="{E109F19C-4308-45DE-BC22-081964EA4882}" sibTransId="{5CCAA4DA-6982-45B2-A5D9-694E2E69CD84}"/>
    <dgm:cxn modelId="{7828136E-8A89-4BC9-BB87-BCD7BAF9EA3D}" type="presOf" srcId="{225B6171-7A80-4683-9FCF-99F2AE019F4B}" destId="{AA2AEA5B-952D-41E9-A474-27480A4EA8E8}" srcOrd="0" destOrd="0" presId="urn:microsoft.com/office/officeart/2018/5/layout/IconCircleLabelList"/>
    <dgm:cxn modelId="{3FFE1B6F-E3DE-455D-8D8A-ED16B6C555C9}" srcId="{372F4EC2-4319-44D3-B3D2-9884B9DA6DE2}" destId="{5D6E2C19-C74B-4BB7-A4BF-E6CBBC9AE20A}" srcOrd="2" destOrd="0" parTransId="{5708E923-407E-4F88-A01F-D6D172D9E660}" sibTransId="{1491E3F5-1EEA-4BAF-B3D8-21F61D9FF016}"/>
    <dgm:cxn modelId="{64173F52-A17B-4A42-8458-A01FD517D2F8}" srcId="{372F4EC2-4319-44D3-B3D2-9884B9DA6DE2}" destId="{DF98F10E-620F-434C-930C-E99D4642DCDE}" srcOrd="3" destOrd="0" parTransId="{50C1263E-2B74-472D-8E05-218AAF6F9412}" sibTransId="{43179F30-BED8-45E1-99BF-319607903ACA}"/>
    <dgm:cxn modelId="{B8064972-D6FB-4B64-B2D1-DCD4AEEC4100}" type="presOf" srcId="{DF98F10E-620F-434C-930C-E99D4642DCDE}" destId="{392D94E0-EE9C-4872-AF3D-D061723E958F}" srcOrd="0" destOrd="0" presId="urn:microsoft.com/office/officeart/2018/5/layout/IconCircleLabelList"/>
    <dgm:cxn modelId="{8107DB79-A3B2-4C09-A718-BE5F301E8A41}" srcId="{372F4EC2-4319-44D3-B3D2-9884B9DA6DE2}" destId="{225B6171-7A80-4683-9FCF-99F2AE019F4B}" srcOrd="0" destOrd="0" parTransId="{5C76811D-43D6-4BA2-8828-02C4CF7FC4A0}" sibTransId="{1DED7915-6DEA-4CD5-BD67-51D6B21EEC99}"/>
    <dgm:cxn modelId="{BF3D568E-25D8-47A6-8096-BEEC057DBC0D}" type="presOf" srcId="{372F4EC2-4319-44D3-B3D2-9884B9DA6DE2}" destId="{4AE08ED2-794B-431D-83DC-3D75AAD4EC49}" srcOrd="0" destOrd="0" presId="urn:microsoft.com/office/officeart/2018/5/layout/IconCircleLabelList"/>
    <dgm:cxn modelId="{BF7FEB9F-E1D4-428F-8E00-7354EA281F2A}" type="presOf" srcId="{6EADB2FD-F863-47DA-B1BE-4511357F2DC7}" destId="{BC7AB5D9-B301-47D7-B23F-08B8A2ABA7FA}" srcOrd="0" destOrd="0" presId="urn:microsoft.com/office/officeart/2018/5/layout/IconCircleLabelList"/>
    <dgm:cxn modelId="{16F129A4-F8C1-4711-920B-C5AE4770036C}" srcId="{372F4EC2-4319-44D3-B3D2-9884B9DA6DE2}" destId="{66F1284C-A37D-4EC7-AB3B-316423D3F806}" srcOrd="1" destOrd="0" parTransId="{A707A6B5-69D5-4034-A1D4-67FD633B5623}" sibTransId="{D06DC06C-F602-4099-B082-672566B81329}"/>
    <dgm:cxn modelId="{49D20551-323A-41C7-B1B4-A5489852DE36}" type="presParOf" srcId="{4AE08ED2-794B-431D-83DC-3D75AAD4EC49}" destId="{4A63BA37-665B-488C-863F-9BD3A8D6AC1E}" srcOrd="0" destOrd="0" presId="urn:microsoft.com/office/officeart/2018/5/layout/IconCircleLabelList"/>
    <dgm:cxn modelId="{6496538C-CC0F-44DD-B783-08D00F93D2DE}" type="presParOf" srcId="{4A63BA37-665B-488C-863F-9BD3A8D6AC1E}" destId="{499752CD-A027-4E40-AEEB-D3731F2A3673}" srcOrd="0" destOrd="0" presId="urn:microsoft.com/office/officeart/2018/5/layout/IconCircleLabelList"/>
    <dgm:cxn modelId="{BC064C20-F78C-48A5-8077-27504FB0D630}" type="presParOf" srcId="{4A63BA37-665B-488C-863F-9BD3A8D6AC1E}" destId="{6C6CB85B-5F68-4136-A14F-A0617E89E507}" srcOrd="1" destOrd="0" presId="urn:microsoft.com/office/officeart/2018/5/layout/IconCircleLabelList"/>
    <dgm:cxn modelId="{7B5B8F1C-A2C4-44E7-B1C1-3303EE8C4B46}" type="presParOf" srcId="{4A63BA37-665B-488C-863F-9BD3A8D6AC1E}" destId="{B3F9A463-185C-4798-840E-2426D2A07949}" srcOrd="2" destOrd="0" presId="urn:microsoft.com/office/officeart/2018/5/layout/IconCircleLabelList"/>
    <dgm:cxn modelId="{D4948226-17A5-4B6E-87C6-DB43FA96D1B7}" type="presParOf" srcId="{4A63BA37-665B-488C-863F-9BD3A8D6AC1E}" destId="{AA2AEA5B-952D-41E9-A474-27480A4EA8E8}" srcOrd="3" destOrd="0" presId="urn:microsoft.com/office/officeart/2018/5/layout/IconCircleLabelList"/>
    <dgm:cxn modelId="{B372FB01-1A4E-442C-9A68-697BF217F645}" type="presParOf" srcId="{4AE08ED2-794B-431D-83DC-3D75AAD4EC49}" destId="{BA171401-DA01-466F-BDEC-60B278AEC083}" srcOrd="1" destOrd="0" presId="urn:microsoft.com/office/officeart/2018/5/layout/IconCircleLabelList"/>
    <dgm:cxn modelId="{69CBC869-98E4-4CE1-91F0-36D04C372550}" type="presParOf" srcId="{4AE08ED2-794B-431D-83DC-3D75AAD4EC49}" destId="{ED48E137-E28D-4015-84ED-80E7EA05A731}" srcOrd="2" destOrd="0" presId="urn:microsoft.com/office/officeart/2018/5/layout/IconCircleLabelList"/>
    <dgm:cxn modelId="{7809BD70-F1A7-4278-8B88-3D9BC7C0D170}" type="presParOf" srcId="{ED48E137-E28D-4015-84ED-80E7EA05A731}" destId="{A086AD68-8BA3-4249-AFDF-64BD42A02F15}" srcOrd="0" destOrd="0" presId="urn:microsoft.com/office/officeart/2018/5/layout/IconCircleLabelList"/>
    <dgm:cxn modelId="{3A41103E-F3E2-4980-AD23-B464DE6F2E16}" type="presParOf" srcId="{ED48E137-E28D-4015-84ED-80E7EA05A731}" destId="{DA2DA3DA-231A-4DF5-AA2E-362329006100}" srcOrd="1" destOrd="0" presId="urn:microsoft.com/office/officeart/2018/5/layout/IconCircleLabelList"/>
    <dgm:cxn modelId="{55C11B00-4B72-4BF3-8680-FF22ADB13433}" type="presParOf" srcId="{ED48E137-E28D-4015-84ED-80E7EA05A731}" destId="{FFC47B23-4DB3-4961-B16A-AD1C5FA866EA}" srcOrd="2" destOrd="0" presId="urn:microsoft.com/office/officeart/2018/5/layout/IconCircleLabelList"/>
    <dgm:cxn modelId="{15C17F31-2B09-42D7-943E-8FEFEAB50C4E}" type="presParOf" srcId="{ED48E137-E28D-4015-84ED-80E7EA05A731}" destId="{2E107964-53B3-43DB-9AD7-EC10E4E34C9B}" srcOrd="3" destOrd="0" presId="urn:microsoft.com/office/officeart/2018/5/layout/IconCircleLabelList"/>
    <dgm:cxn modelId="{8669AE99-6B27-44B8-A0AC-ACB2EDD7A02C}" type="presParOf" srcId="{4AE08ED2-794B-431D-83DC-3D75AAD4EC49}" destId="{5116066D-B33B-4A02-B570-DDF911FE75C9}" srcOrd="3" destOrd="0" presId="urn:microsoft.com/office/officeart/2018/5/layout/IconCircleLabelList"/>
    <dgm:cxn modelId="{F667D44E-91E0-4E5A-9783-578A5EC4202F}" type="presParOf" srcId="{4AE08ED2-794B-431D-83DC-3D75AAD4EC49}" destId="{AB8CC060-68B3-49CD-804A-6BE076EE2640}" srcOrd="4" destOrd="0" presId="urn:microsoft.com/office/officeart/2018/5/layout/IconCircleLabelList"/>
    <dgm:cxn modelId="{5770C84A-0281-434B-8A72-D975BB384AE2}" type="presParOf" srcId="{AB8CC060-68B3-49CD-804A-6BE076EE2640}" destId="{B824DB64-EC82-42CC-B957-65C7A9E59FDF}" srcOrd="0" destOrd="0" presId="urn:microsoft.com/office/officeart/2018/5/layout/IconCircleLabelList"/>
    <dgm:cxn modelId="{49AC04CE-C837-4941-854F-D6A0A01926CA}" type="presParOf" srcId="{AB8CC060-68B3-49CD-804A-6BE076EE2640}" destId="{3F61187B-1E43-4BC0-8015-B324B40DF856}" srcOrd="1" destOrd="0" presId="urn:microsoft.com/office/officeart/2018/5/layout/IconCircleLabelList"/>
    <dgm:cxn modelId="{96F8563F-E4C6-445E-A932-111C0CDC7B64}" type="presParOf" srcId="{AB8CC060-68B3-49CD-804A-6BE076EE2640}" destId="{7CBB915C-DC9D-44E5-87C4-615C0B0D5083}" srcOrd="2" destOrd="0" presId="urn:microsoft.com/office/officeart/2018/5/layout/IconCircleLabelList"/>
    <dgm:cxn modelId="{774CFF0B-832B-4D41-9295-4E6BB00B457D}" type="presParOf" srcId="{AB8CC060-68B3-49CD-804A-6BE076EE2640}" destId="{4474C2D7-4231-4D0E-87C7-93F10BD365A1}" srcOrd="3" destOrd="0" presId="urn:microsoft.com/office/officeart/2018/5/layout/IconCircleLabelList"/>
    <dgm:cxn modelId="{EAAB76F0-AE9F-474C-8619-94C12FF1334D}" type="presParOf" srcId="{4AE08ED2-794B-431D-83DC-3D75AAD4EC49}" destId="{4FFD6397-5828-4690-BFD0-31661CD52A42}" srcOrd="5" destOrd="0" presId="urn:microsoft.com/office/officeart/2018/5/layout/IconCircleLabelList"/>
    <dgm:cxn modelId="{9FDF50C5-305B-4336-9E86-1D138B811752}" type="presParOf" srcId="{4AE08ED2-794B-431D-83DC-3D75AAD4EC49}" destId="{798BBC29-7E40-492B-9AB3-5B46ADBA6115}" srcOrd="6" destOrd="0" presId="urn:microsoft.com/office/officeart/2018/5/layout/IconCircleLabelList"/>
    <dgm:cxn modelId="{3554DBD8-E8E1-4812-83B3-14C5D75EA8B8}" type="presParOf" srcId="{798BBC29-7E40-492B-9AB3-5B46ADBA6115}" destId="{B4D0DD88-3E45-49AC-974B-DC943033C8CE}" srcOrd="0" destOrd="0" presId="urn:microsoft.com/office/officeart/2018/5/layout/IconCircleLabelList"/>
    <dgm:cxn modelId="{832E7099-54F6-4D11-A210-864480869821}" type="presParOf" srcId="{798BBC29-7E40-492B-9AB3-5B46ADBA6115}" destId="{A66BB970-3190-4D06-8CEB-B2ED81AC3835}" srcOrd="1" destOrd="0" presId="urn:microsoft.com/office/officeart/2018/5/layout/IconCircleLabelList"/>
    <dgm:cxn modelId="{DBA592AE-D177-4A50-9984-F21259C1C99F}" type="presParOf" srcId="{798BBC29-7E40-492B-9AB3-5B46ADBA6115}" destId="{FA8E5E34-BC09-4EAC-9960-1E5B9573E766}" srcOrd="2" destOrd="0" presId="urn:microsoft.com/office/officeart/2018/5/layout/IconCircleLabelList"/>
    <dgm:cxn modelId="{B69F5532-49AC-45A5-B73B-A03D8739E8EF}" type="presParOf" srcId="{798BBC29-7E40-492B-9AB3-5B46ADBA6115}" destId="{392D94E0-EE9C-4872-AF3D-D061723E958F}" srcOrd="3" destOrd="0" presId="urn:microsoft.com/office/officeart/2018/5/layout/IconCircleLabelList"/>
    <dgm:cxn modelId="{05C0CEA0-5B92-43F2-B20E-5A6DA13F350D}" type="presParOf" srcId="{4AE08ED2-794B-431D-83DC-3D75AAD4EC49}" destId="{055124D0-DCC7-48CA-87EB-90E4001DA068}" srcOrd="7" destOrd="0" presId="urn:microsoft.com/office/officeart/2018/5/layout/IconCircleLabelList"/>
    <dgm:cxn modelId="{AC70CB3D-1E78-43A1-8E44-4C865AC7A5F9}" type="presParOf" srcId="{4AE08ED2-794B-431D-83DC-3D75AAD4EC49}" destId="{F4667971-2810-40EF-8B33-57D0E8688C58}" srcOrd="8" destOrd="0" presId="urn:microsoft.com/office/officeart/2018/5/layout/IconCircleLabelList"/>
    <dgm:cxn modelId="{CAC838B4-1C51-4FF1-9274-038A1758404A}" type="presParOf" srcId="{F4667971-2810-40EF-8B33-57D0E8688C58}" destId="{827B4576-734C-422E-9F2D-019632FFC138}" srcOrd="0" destOrd="0" presId="urn:microsoft.com/office/officeart/2018/5/layout/IconCircleLabelList"/>
    <dgm:cxn modelId="{412BE496-9B12-43F0-84EB-D0959DA86B46}" type="presParOf" srcId="{F4667971-2810-40EF-8B33-57D0E8688C58}" destId="{69B3F80F-3C31-49A5-81F1-235D2F0474A5}" srcOrd="1" destOrd="0" presId="urn:microsoft.com/office/officeart/2018/5/layout/IconCircleLabelList"/>
    <dgm:cxn modelId="{9A379D82-0475-418A-9747-68F483A8DBE9}" type="presParOf" srcId="{F4667971-2810-40EF-8B33-57D0E8688C58}" destId="{A240B501-1D8D-47D8-9086-1ABE4129E6AD}" srcOrd="2" destOrd="0" presId="urn:microsoft.com/office/officeart/2018/5/layout/IconCircleLabelList"/>
    <dgm:cxn modelId="{984E37DA-C479-46BB-B2CA-E8D8ECA02C7D}" type="presParOf" srcId="{F4667971-2810-40EF-8B33-57D0E8688C58}" destId="{BC7AB5D9-B301-47D7-B23F-08B8A2ABA7FA}"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1172F8-4A28-4862-A7C7-0C2FCEED7AFC}">
      <dsp:nvSpPr>
        <dsp:cNvPr id="0" name=""/>
        <dsp:cNvSpPr/>
      </dsp:nvSpPr>
      <dsp:spPr>
        <a:xfrm>
          <a:off x="0" y="2056356"/>
          <a:ext cx="10970737" cy="0"/>
        </a:xfrm>
        <a:prstGeom prst="line">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2035BAB-15EB-4504-A5E3-F420DC1491DD}">
      <dsp:nvSpPr>
        <dsp:cNvPr id="0" name=""/>
        <dsp:cNvSpPr/>
      </dsp:nvSpPr>
      <dsp:spPr>
        <a:xfrm>
          <a:off x="243359" y="2208526"/>
          <a:ext cx="3521349" cy="464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r>
            <a:rPr lang="en-GB" sz="1800" b="0" kern="1200">
              <a:latin typeface="Calibri"/>
              <a:ea typeface="Calibri"/>
              <a:cs typeface="Calibri"/>
            </a:rPr>
            <a:t>Health &amp; Safety Risks</a:t>
          </a:r>
          <a:endParaRPr lang="en-GB" sz="1800" kern="1200">
            <a:latin typeface="Calibri"/>
            <a:ea typeface="Calibri"/>
            <a:cs typeface="Calibri"/>
          </a:endParaRPr>
        </a:p>
      </dsp:txBody>
      <dsp:txXfrm>
        <a:off x="243359" y="2208526"/>
        <a:ext cx="3521349" cy="464736"/>
      </dsp:txXfrm>
    </dsp:sp>
    <dsp:sp modelId="{B0DE107D-961B-4112-83AA-02D5D64C5CF5}">
      <dsp:nvSpPr>
        <dsp:cNvPr id="0" name=""/>
        <dsp:cNvSpPr/>
      </dsp:nvSpPr>
      <dsp:spPr>
        <a:xfrm>
          <a:off x="3267" y="573723"/>
          <a:ext cx="4001533" cy="701217"/>
        </a:xfrm>
        <a:prstGeom prst="round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GB" sz="1200" b="0" kern="1200">
              <a:latin typeface="Calibri"/>
              <a:ea typeface="Calibri"/>
              <a:cs typeface="Calibri"/>
            </a:rPr>
            <a:t>Missed medicines &amp; appointments</a:t>
          </a:r>
          <a:endParaRPr lang="en-GB" sz="1200" kern="1200">
            <a:latin typeface="Calibri"/>
            <a:ea typeface="Calibri"/>
            <a:cs typeface="Calibri"/>
          </a:endParaRPr>
        </a:p>
        <a:p>
          <a:pPr marL="0" lvl="0" indent="0" algn="l" defTabSz="533400">
            <a:lnSpc>
              <a:spcPct val="90000"/>
            </a:lnSpc>
            <a:spcBef>
              <a:spcPct val="0"/>
            </a:spcBef>
            <a:spcAft>
              <a:spcPct val="35000"/>
            </a:spcAft>
            <a:buNone/>
          </a:pPr>
          <a:r>
            <a:rPr lang="en-GB" sz="1200" b="0" kern="1200">
              <a:latin typeface="Calibri"/>
              <a:ea typeface="Calibri"/>
              <a:cs typeface="Calibri"/>
            </a:rPr>
            <a:t>No immediate emergency response</a:t>
          </a:r>
          <a:endParaRPr lang="en-GB" sz="1200" kern="1200">
            <a:latin typeface="Calibri"/>
            <a:ea typeface="Calibri"/>
            <a:cs typeface="Calibri"/>
          </a:endParaRPr>
        </a:p>
      </dsp:txBody>
      <dsp:txXfrm>
        <a:off x="37498" y="607954"/>
        <a:ext cx="3933071" cy="632755"/>
      </dsp:txXfrm>
    </dsp:sp>
    <dsp:sp modelId="{A6B32664-D73B-493A-8ED9-CC8820D089AB}">
      <dsp:nvSpPr>
        <dsp:cNvPr id="0" name=""/>
        <dsp:cNvSpPr/>
      </dsp:nvSpPr>
      <dsp:spPr>
        <a:xfrm>
          <a:off x="2004034" y="1274940"/>
          <a:ext cx="0" cy="781415"/>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92FC83A-1D49-42E1-A4BA-C775A2A2FAD2}">
      <dsp:nvSpPr>
        <dsp:cNvPr id="0" name=""/>
        <dsp:cNvSpPr/>
      </dsp:nvSpPr>
      <dsp:spPr>
        <a:xfrm>
          <a:off x="2564249" y="1439449"/>
          <a:ext cx="3521349" cy="464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GB" sz="1400" b="0" kern="1200">
              <a:latin typeface="Calibri"/>
              <a:ea typeface="Calibri"/>
              <a:cs typeface="Calibri"/>
            </a:rPr>
            <a:t>Digital Complexity</a:t>
          </a:r>
          <a:endParaRPr lang="en-GB" sz="1400" kern="1200">
            <a:latin typeface="Calibri"/>
            <a:ea typeface="Calibri"/>
            <a:cs typeface="Calibri"/>
          </a:endParaRPr>
        </a:p>
      </dsp:txBody>
      <dsp:txXfrm>
        <a:off x="2564249" y="1439449"/>
        <a:ext cx="3521349" cy="464736"/>
      </dsp:txXfrm>
    </dsp:sp>
    <dsp:sp modelId="{77DBFA22-8294-4881-A95C-588B768FDC43}">
      <dsp:nvSpPr>
        <dsp:cNvPr id="0" name=""/>
        <dsp:cNvSpPr/>
      </dsp:nvSpPr>
      <dsp:spPr>
        <a:xfrm>
          <a:off x="1973189" y="2025510"/>
          <a:ext cx="61690" cy="61690"/>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77C005-C301-4A1E-95D7-F000B0E691C6}">
      <dsp:nvSpPr>
        <dsp:cNvPr id="0" name=""/>
        <dsp:cNvSpPr/>
      </dsp:nvSpPr>
      <dsp:spPr>
        <a:xfrm>
          <a:off x="2324157" y="2837771"/>
          <a:ext cx="4001533" cy="701217"/>
        </a:xfrm>
        <a:prstGeom prst="round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GB" sz="1200" b="0" kern="1200">
              <a:latin typeface="Calibri"/>
              <a:ea typeface="Calibri"/>
              <a:cs typeface="Calibri"/>
            </a:rPr>
            <a:t>Smartphones are difficult to </a:t>
          </a:r>
          <a:r>
            <a:rPr lang="en-GB" sz="1200" kern="1200">
              <a:latin typeface="Calibri"/>
              <a:ea typeface="Calibri"/>
              <a:cs typeface="Calibri"/>
            </a:rPr>
            <a:t>operate</a:t>
          </a:r>
        </a:p>
        <a:p>
          <a:pPr marL="0" lvl="0" indent="0" algn="l" defTabSz="533400">
            <a:lnSpc>
              <a:spcPct val="90000"/>
            </a:lnSpc>
            <a:spcBef>
              <a:spcPct val="0"/>
            </a:spcBef>
            <a:spcAft>
              <a:spcPct val="35000"/>
            </a:spcAft>
            <a:buNone/>
          </a:pPr>
          <a:r>
            <a:rPr lang="en-GB" sz="1200" b="0" kern="1200">
              <a:latin typeface="Calibri"/>
              <a:ea typeface="Calibri"/>
              <a:cs typeface="Calibri"/>
            </a:rPr>
            <a:t>Frequent updates confuse elderly users</a:t>
          </a:r>
          <a:endParaRPr lang="en-GB" sz="1200" kern="1200">
            <a:latin typeface="Calibri"/>
            <a:ea typeface="Calibri"/>
            <a:cs typeface="Calibri"/>
          </a:endParaRPr>
        </a:p>
      </dsp:txBody>
      <dsp:txXfrm>
        <a:off x="2358388" y="2872002"/>
        <a:ext cx="3933071" cy="632755"/>
      </dsp:txXfrm>
    </dsp:sp>
    <dsp:sp modelId="{AC690131-6577-42D6-8C13-4398C53B1328}">
      <dsp:nvSpPr>
        <dsp:cNvPr id="0" name=""/>
        <dsp:cNvSpPr/>
      </dsp:nvSpPr>
      <dsp:spPr>
        <a:xfrm>
          <a:off x="4324924" y="2056356"/>
          <a:ext cx="0" cy="781415"/>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65B66A1-18A5-4C03-A86F-060BEF3BA6C2}">
      <dsp:nvSpPr>
        <dsp:cNvPr id="0" name=""/>
        <dsp:cNvSpPr/>
      </dsp:nvSpPr>
      <dsp:spPr>
        <a:xfrm>
          <a:off x="4885138" y="2208526"/>
          <a:ext cx="3521349" cy="464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622300">
            <a:lnSpc>
              <a:spcPct val="90000"/>
            </a:lnSpc>
            <a:spcBef>
              <a:spcPct val="0"/>
            </a:spcBef>
            <a:spcAft>
              <a:spcPct val="35000"/>
            </a:spcAft>
            <a:buNone/>
            <a:defRPr b="1"/>
          </a:pPr>
          <a:r>
            <a:rPr lang="en-GB" sz="1400" b="0" kern="1200">
              <a:latin typeface="Calibri"/>
              <a:ea typeface="Calibri"/>
              <a:cs typeface="Calibri"/>
            </a:rPr>
            <a:t>Connectivity Dependency</a:t>
          </a:r>
          <a:endParaRPr lang="en-GB" sz="1400" kern="1200">
            <a:latin typeface="Calibri"/>
            <a:ea typeface="Calibri"/>
            <a:cs typeface="Calibri"/>
          </a:endParaRPr>
        </a:p>
      </dsp:txBody>
      <dsp:txXfrm>
        <a:off x="4885138" y="2208526"/>
        <a:ext cx="3521349" cy="464736"/>
      </dsp:txXfrm>
    </dsp:sp>
    <dsp:sp modelId="{C5AC43C5-6436-49D2-9EFA-660E9DA99F0E}">
      <dsp:nvSpPr>
        <dsp:cNvPr id="0" name=""/>
        <dsp:cNvSpPr/>
      </dsp:nvSpPr>
      <dsp:spPr>
        <a:xfrm>
          <a:off x="4294078" y="2025510"/>
          <a:ext cx="61690" cy="61690"/>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C02F7F-90E7-4D59-9CF5-88107D5D0FB5}">
      <dsp:nvSpPr>
        <dsp:cNvPr id="0" name=""/>
        <dsp:cNvSpPr/>
      </dsp:nvSpPr>
      <dsp:spPr>
        <a:xfrm>
          <a:off x="4645046" y="573723"/>
          <a:ext cx="4001533" cy="701217"/>
        </a:xfrm>
        <a:prstGeom prst="round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GB" sz="1200" kern="1200">
              <a:latin typeface="Calibri"/>
              <a:ea typeface="Calibri"/>
              <a:cs typeface="Calibri"/>
            </a:rPr>
            <a:t>Smart assistants stop without Wi-Fi</a:t>
          </a:r>
        </a:p>
        <a:p>
          <a:pPr marL="0" lvl="0" indent="0" algn="l" defTabSz="533400">
            <a:lnSpc>
              <a:spcPct val="90000"/>
            </a:lnSpc>
            <a:spcBef>
              <a:spcPct val="0"/>
            </a:spcBef>
            <a:spcAft>
              <a:spcPct val="35000"/>
            </a:spcAft>
            <a:buNone/>
          </a:pPr>
          <a:r>
            <a:rPr lang="en-GB" sz="1200" kern="1200">
              <a:latin typeface="Calibri"/>
              <a:ea typeface="Calibri"/>
              <a:cs typeface="Calibri"/>
            </a:rPr>
            <a:t>Power cuts reduce reliability</a:t>
          </a:r>
        </a:p>
      </dsp:txBody>
      <dsp:txXfrm>
        <a:off x="4679277" y="607954"/>
        <a:ext cx="3933071" cy="632755"/>
      </dsp:txXfrm>
    </dsp:sp>
    <dsp:sp modelId="{652C3D7F-36C9-4F10-A676-20DE63C9D11A}">
      <dsp:nvSpPr>
        <dsp:cNvPr id="0" name=""/>
        <dsp:cNvSpPr/>
      </dsp:nvSpPr>
      <dsp:spPr>
        <a:xfrm>
          <a:off x="6645813" y="1274940"/>
          <a:ext cx="0" cy="781415"/>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1F29C26D-9368-42C5-87C7-565476A72FC5}">
      <dsp:nvSpPr>
        <dsp:cNvPr id="0" name=""/>
        <dsp:cNvSpPr/>
      </dsp:nvSpPr>
      <dsp:spPr>
        <a:xfrm>
          <a:off x="7206028" y="1439449"/>
          <a:ext cx="3521349" cy="464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622300">
            <a:lnSpc>
              <a:spcPct val="90000"/>
            </a:lnSpc>
            <a:spcBef>
              <a:spcPct val="0"/>
            </a:spcBef>
            <a:spcAft>
              <a:spcPct val="35000"/>
            </a:spcAft>
            <a:buNone/>
            <a:defRPr b="1"/>
          </a:pPr>
          <a:r>
            <a:rPr lang="en-GB" sz="1400" b="0" kern="1200">
              <a:latin typeface="Calibri"/>
              <a:ea typeface="Calibri"/>
              <a:cs typeface="Calibri"/>
            </a:rPr>
            <a:t>Language &amp; Emotional Gap</a:t>
          </a:r>
        </a:p>
      </dsp:txBody>
      <dsp:txXfrm>
        <a:off x="7206028" y="1439449"/>
        <a:ext cx="3521349" cy="464736"/>
      </dsp:txXfrm>
    </dsp:sp>
    <dsp:sp modelId="{C9AB4530-9618-4112-A5CB-73F8DED75AA7}">
      <dsp:nvSpPr>
        <dsp:cNvPr id="0" name=""/>
        <dsp:cNvSpPr/>
      </dsp:nvSpPr>
      <dsp:spPr>
        <a:xfrm>
          <a:off x="6614968" y="2025510"/>
          <a:ext cx="61690" cy="61690"/>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ED1EB9-B91B-4C72-88F2-F40BD8D0847D}">
      <dsp:nvSpPr>
        <dsp:cNvPr id="0" name=""/>
        <dsp:cNvSpPr/>
      </dsp:nvSpPr>
      <dsp:spPr>
        <a:xfrm>
          <a:off x="6965936" y="2837771"/>
          <a:ext cx="4001533" cy="701217"/>
        </a:xfrm>
        <a:prstGeom prst="round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533400">
            <a:lnSpc>
              <a:spcPct val="90000"/>
            </a:lnSpc>
            <a:spcBef>
              <a:spcPct val="0"/>
            </a:spcBef>
            <a:spcAft>
              <a:spcPct val="35000"/>
            </a:spcAft>
            <a:buNone/>
          </a:pPr>
          <a:r>
            <a:rPr lang="en-GB" sz="1200" b="0" kern="1200">
              <a:latin typeface="Calibri"/>
              <a:ea typeface="Calibri"/>
              <a:cs typeface="Calibri"/>
            </a:rPr>
            <a:t>Limited regional language support</a:t>
          </a:r>
        </a:p>
        <a:p>
          <a:pPr marL="0" lvl="0" indent="0" algn="l" defTabSz="533400">
            <a:lnSpc>
              <a:spcPct val="90000"/>
            </a:lnSpc>
            <a:spcBef>
              <a:spcPct val="0"/>
            </a:spcBef>
            <a:spcAft>
              <a:spcPct val="35000"/>
            </a:spcAft>
            <a:buNone/>
          </a:pPr>
          <a:r>
            <a:rPr lang="en-GB" sz="1200" b="0" kern="1200">
              <a:latin typeface="Calibri"/>
              <a:ea typeface="Calibri"/>
              <a:cs typeface="Calibri"/>
            </a:rPr>
            <a:t>Lack of daily interaction &amp; companionship</a:t>
          </a:r>
          <a:endParaRPr lang="en-GB" sz="1200" kern="1200">
            <a:latin typeface="Calibri"/>
            <a:ea typeface="Calibri"/>
            <a:cs typeface="Calibri"/>
          </a:endParaRPr>
        </a:p>
      </dsp:txBody>
      <dsp:txXfrm>
        <a:off x="7000167" y="2872002"/>
        <a:ext cx="3933071" cy="632755"/>
      </dsp:txXfrm>
    </dsp:sp>
    <dsp:sp modelId="{E80EC380-6B77-43E7-9FC2-9E3F786F5F03}">
      <dsp:nvSpPr>
        <dsp:cNvPr id="0" name=""/>
        <dsp:cNvSpPr/>
      </dsp:nvSpPr>
      <dsp:spPr>
        <a:xfrm>
          <a:off x="8966703" y="2056356"/>
          <a:ext cx="0" cy="781415"/>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F4A1EA3-54D9-4644-B108-27DA0542C01F}">
      <dsp:nvSpPr>
        <dsp:cNvPr id="0" name=""/>
        <dsp:cNvSpPr/>
      </dsp:nvSpPr>
      <dsp:spPr>
        <a:xfrm>
          <a:off x="8935858" y="2025510"/>
          <a:ext cx="61690" cy="61690"/>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CEC7EA-8EA3-468D-9DBF-E54899E7D1EE}">
      <dsp:nvSpPr>
        <dsp:cNvPr id="0" name=""/>
        <dsp:cNvSpPr/>
      </dsp:nvSpPr>
      <dsp:spPr>
        <a:xfrm>
          <a:off x="792672" y="614"/>
          <a:ext cx="2478464" cy="7183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b="0" kern="1200">
              <a:latin typeface="Calibri"/>
              <a:ea typeface="Calibri"/>
              <a:cs typeface="Calibri"/>
            </a:rPr>
            <a:t>Emergency</a:t>
          </a:r>
        </a:p>
      </dsp:txBody>
      <dsp:txXfrm>
        <a:off x="813713" y="21655"/>
        <a:ext cx="2436382" cy="676313"/>
      </dsp:txXfrm>
    </dsp:sp>
    <dsp:sp modelId="{8BCA25D4-B814-4B35-BEE2-D5F8C337D76C}">
      <dsp:nvSpPr>
        <dsp:cNvPr id="0" name=""/>
        <dsp:cNvSpPr/>
      </dsp:nvSpPr>
      <dsp:spPr>
        <a:xfrm rot="5400000">
          <a:off x="1897205" y="736969"/>
          <a:ext cx="269398" cy="3232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rot="-5400000">
        <a:off x="1934922" y="763909"/>
        <a:ext cx="193966" cy="188579"/>
      </dsp:txXfrm>
    </dsp:sp>
    <dsp:sp modelId="{2F7A7246-6DC0-4F65-ACFC-D1CB26B3A4C0}">
      <dsp:nvSpPr>
        <dsp:cNvPr id="0" name=""/>
        <dsp:cNvSpPr/>
      </dsp:nvSpPr>
      <dsp:spPr>
        <a:xfrm>
          <a:off x="792672" y="1078207"/>
          <a:ext cx="2478464" cy="7183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a:latin typeface="Calibri"/>
              <a:ea typeface="Calibri"/>
              <a:cs typeface="Calibri"/>
            </a:rPr>
            <a:t>Medicine &amp; Appointment Reminders</a:t>
          </a:r>
        </a:p>
      </dsp:txBody>
      <dsp:txXfrm>
        <a:off x="813713" y="1099248"/>
        <a:ext cx="2436382" cy="676313"/>
      </dsp:txXfrm>
    </dsp:sp>
    <dsp:sp modelId="{C18FFCF4-BC9E-46E2-B1C4-D97C9907163A}">
      <dsp:nvSpPr>
        <dsp:cNvPr id="0" name=""/>
        <dsp:cNvSpPr/>
      </dsp:nvSpPr>
      <dsp:spPr>
        <a:xfrm rot="5400000">
          <a:off x="1897205" y="1814562"/>
          <a:ext cx="269398" cy="3232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rot="-5400000">
        <a:off x="1934922" y="1841502"/>
        <a:ext cx="193966" cy="188579"/>
      </dsp:txXfrm>
    </dsp:sp>
    <dsp:sp modelId="{9DD802FE-34AD-44F1-853B-6E0B7E2790FB}">
      <dsp:nvSpPr>
        <dsp:cNvPr id="0" name=""/>
        <dsp:cNvSpPr/>
      </dsp:nvSpPr>
      <dsp:spPr>
        <a:xfrm>
          <a:off x="792672" y="2155800"/>
          <a:ext cx="2478464" cy="7183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a:latin typeface="Calibri"/>
              <a:ea typeface="Calibri"/>
              <a:cs typeface="Calibri"/>
            </a:rPr>
            <a:t>Safety Alerts</a:t>
          </a:r>
        </a:p>
      </dsp:txBody>
      <dsp:txXfrm>
        <a:off x="813713" y="2176841"/>
        <a:ext cx="2436382" cy="676313"/>
      </dsp:txXfrm>
    </dsp:sp>
    <dsp:sp modelId="{638F66AF-088E-4BAB-9A81-8081DDD06CCA}">
      <dsp:nvSpPr>
        <dsp:cNvPr id="0" name=""/>
        <dsp:cNvSpPr/>
      </dsp:nvSpPr>
      <dsp:spPr>
        <a:xfrm rot="5400000">
          <a:off x="1897205" y="2892156"/>
          <a:ext cx="269398" cy="3232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rot="-5400000">
        <a:off x="1934922" y="2919096"/>
        <a:ext cx="193966" cy="188579"/>
      </dsp:txXfrm>
    </dsp:sp>
    <dsp:sp modelId="{8B36B5CE-83F7-46CC-8298-B445B24B0E28}">
      <dsp:nvSpPr>
        <dsp:cNvPr id="0" name=""/>
        <dsp:cNvSpPr/>
      </dsp:nvSpPr>
      <dsp:spPr>
        <a:xfrm>
          <a:off x="792672" y="3233394"/>
          <a:ext cx="2478464" cy="7183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a:latin typeface="Calibri"/>
              <a:ea typeface="Calibri"/>
              <a:cs typeface="Calibri"/>
            </a:rPr>
            <a:t>Companion interaction</a:t>
          </a:r>
        </a:p>
      </dsp:txBody>
      <dsp:txXfrm>
        <a:off x="813713" y="3254435"/>
        <a:ext cx="2436382" cy="676313"/>
      </dsp:txXfrm>
    </dsp:sp>
    <dsp:sp modelId="{0FE0807C-1930-4EAE-9A74-5BC051330A0B}">
      <dsp:nvSpPr>
        <dsp:cNvPr id="0" name=""/>
        <dsp:cNvSpPr/>
      </dsp:nvSpPr>
      <dsp:spPr>
        <a:xfrm rot="5400000">
          <a:off x="1897205" y="3969749"/>
          <a:ext cx="269398" cy="3232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GB" sz="1300" kern="1200"/>
        </a:p>
      </dsp:txBody>
      <dsp:txXfrm rot="-5400000">
        <a:off x="1934922" y="3996689"/>
        <a:ext cx="193966" cy="188579"/>
      </dsp:txXfrm>
    </dsp:sp>
    <dsp:sp modelId="{AD29B830-56A2-48AA-B0C8-59D75D5AD032}">
      <dsp:nvSpPr>
        <dsp:cNvPr id="0" name=""/>
        <dsp:cNvSpPr/>
      </dsp:nvSpPr>
      <dsp:spPr>
        <a:xfrm>
          <a:off x="792672" y="4310987"/>
          <a:ext cx="2478464" cy="7183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GB" sz="1800" kern="1200">
              <a:latin typeface="Calibri"/>
              <a:ea typeface="Calibri"/>
              <a:cs typeface="Calibri"/>
            </a:rPr>
            <a:t>Smart Home Control</a:t>
          </a:r>
        </a:p>
      </dsp:txBody>
      <dsp:txXfrm>
        <a:off x="813713" y="4332028"/>
        <a:ext cx="2436382" cy="6763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087928-A023-45BF-B752-5A3A4807BEA8}">
      <dsp:nvSpPr>
        <dsp:cNvPr id="0" name=""/>
        <dsp:cNvSpPr/>
      </dsp:nvSpPr>
      <dsp:spPr>
        <a:xfrm>
          <a:off x="0" y="4366"/>
          <a:ext cx="7182319" cy="930102"/>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737E55-DAEA-4366-B245-DACA23A05A48}">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4514F7-9EF2-40EB-B344-C9FD2A3302D8}">
      <dsp:nvSpPr>
        <dsp:cNvPr id="0" name=""/>
        <dsp:cNvSpPr/>
      </dsp:nvSpPr>
      <dsp:spPr>
        <a:xfrm>
          <a:off x="1074268" y="4366"/>
          <a:ext cx="6108050"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89000">
            <a:lnSpc>
              <a:spcPct val="100000"/>
            </a:lnSpc>
            <a:spcBef>
              <a:spcPct val="0"/>
            </a:spcBef>
            <a:spcAft>
              <a:spcPct val="35000"/>
            </a:spcAft>
            <a:buNone/>
          </a:pPr>
          <a:r>
            <a:rPr lang="en-US" sz="2000" kern="1200">
              <a:solidFill>
                <a:srgbClr val="444444"/>
              </a:solidFill>
              <a:latin typeface="Calibri"/>
              <a:ea typeface="Calibri"/>
              <a:cs typeface="Calibri"/>
            </a:rPr>
            <a:t>Voice trigger command: “Help”</a:t>
          </a:r>
        </a:p>
      </dsp:txBody>
      <dsp:txXfrm>
        <a:off x="1074268" y="4366"/>
        <a:ext cx="6108050" cy="930102"/>
      </dsp:txXfrm>
    </dsp:sp>
    <dsp:sp modelId="{8EF8E7C1-3479-4A82-9FAF-D426AD276FE5}">
      <dsp:nvSpPr>
        <dsp:cNvPr id="0" name=""/>
        <dsp:cNvSpPr/>
      </dsp:nvSpPr>
      <dsp:spPr>
        <a:xfrm>
          <a:off x="0" y="1166994"/>
          <a:ext cx="7182319" cy="930102"/>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E8E6F9-4903-4F61-A772-32FA08DE3EC9}">
      <dsp:nvSpPr>
        <dsp:cNvPr id="0" name=""/>
        <dsp:cNvSpPr/>
      </dsp:nvSpPr>
      <dsp:spPr>
        <a:xfrm>
          <a:off x="281355" y="1376267"/>
          <a:ext cx="511556" cy="51155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tretch>
            <a:fillRect/>
          </a:stretch>
        </a:blip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0C28FF-2843-4F4F-BBC0-9B5BF4AFF929}">
      <dsp:nvSpPr>
        <dsp:cNvPr id="0" name=""/>
        <dsp:cNvSpPr/>
      </dsp:nvSpPr>
      <dsp:spPr>
        <a:xfrm>
          <a:off x="1074268" y="1166994"/>
          <a:ext cx="6108050"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100000"/>
            </a:lnSpc>
            <a:spcBef>
              <a:spcPct val="0"/>
            </a:spcBef>
            <a:spcAft>
              <a:spcPct val="35000"/>
            </a:spcAft>
            <a:buNone/>
          </a:pPr>
          <a:r>
            <a:rPr lang="en-US" sz="1900" kern="1200">
              <a:latin typeface="Calibri"/>
              <a:ea typeface="Calibri"/>
              <a:cs typeface="Calibri"/>
            </a:rPr>
            <a:t>Long-press button activation</a:t>
          </a:r>
          <a:endParaRPr lang="en-GB" sz="1900" kern="1200">
            <a:latin typeface="Calibri"/>
            <a:ea typeface="Calibri"/>
            <a:cs typeface="Calibri"/>
          </a:endParaRPr>
        </a:p>
      </dsp:txBody>
      <dsp:txXfrm>
        <a:off x="1074268" y="1166994"/>
        <a:ext cx="6108050" cy="930102"/>
      </dsp:txXfrm>
    </dsp:sp>
    <dsp:sp modelId="{2336BB7F-C71A-4AE7-B47F-4C07DD6E97A8}">
      <dsp:nvSpPr>
        <dsp:cNvPr id="0" name=""/>
        <dsp:cNvSpPr/>
      </dsp:nvSpPr>
      <dsp:spPr>
        <a:xfrm>
          <a:off x="0" y="2329622"/>
          <a:ext cx="7182319" cy="930102"/>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923A23-1BF9-48EE-AC31-E51F99A8A539}">
      <dsp:nvSpPr>
        <dsp:cNvPr id="0" name=""/>
        <dsp:cNvSpPr/>
      </dsp:nvSpPr>
      <dsp:spPr>
        <a:xfrm>
          <a:off x="281355" y="2538895"/>
          <a:ext cx="511556" cy="51155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tretch>
            <a:fillRect/>
          </a:stretch>
        </a:blip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B880FA-3F6E-4E06-AD78-720802AA9095}">
      <dsp:nvSpPr>
        <dsp:cNvPr id="0" name=""/>
        <dsp:cNvSpPr/>
      </dsp:nvSpPr>
      <dsp:spPr>
        <a:xfrm>
          <a:off x="1074268" y="2329622"/>
          <a:ext cx="6108050"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100000"/>
            </a:lnSpc>
            <a:spcBef>
              <a:spcPct val="0"/>
            </a:spcBef>
            <a:spcAft>
              <a:spcPct val="35000"/>
            </a:spcAft>
            <a:buNone/>
          </a:pPr>
          <a:r>
            <a:rPr lang="en-US" sz="1900" kern="1200">
              <a:latin typeface="Calibri"/>
              <a:ea typeface="Calibri"/>
              <a:cs typeface="Calibri"/>
            </a:rPr>
            <a:t>Immediate task interruption</a:t>
          </a:r>
          <a:endParaRPr lang="en-GB" sz="1900" kern="1200">
            <a:latin typeface="Calibri"/>
            <a:ea typeface="Calibri"/>
            <a:cs typeface="Calibri"/>
          </a:endParaRPr>
        </a:p>
      </dsp:txBody>
      <dsp:txXfrm>
        <a:off x="1074268" y="2329622"/>
        <a:ext cx="6108050" cy="930102"/>
      </dsp:txXfrm>
    </dsp:sp>
    <dsp:sp modelId="{27946295-140B-4319-97E4-DFE728320594}">
      <dsp:nvSpPr>
        <dsp:cNvPr id="0" name=""/>
        <dsp:cNvSpPr/>
      </dsp:nvSpPr>
      <dsp:spPr>
        <a:xfrm>
          <a:off x="0" y="3492250"/>
          <a:ext cx="7182319" cy="930102"/>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C96A3B-B56F-4372-959E-99B4E12B6A5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tretch>
            <a:fillRect/>
          </a:stretch>
        </a:blip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F0C252-5AC5-4E08-89AC-C41DDE7F1ADA}">
      <dsp:nvSpPr>
        <dsp:cNvPr id="0" name=""/>
        <dsp:cNvSpPr/>
      </dsp:nvSpPr>
      <dsp:spPr>
        <a:xfrm>
          <a:off x="1074268" y="3492250"/>
          <a:ext cx="6108050"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100000"/>
            </a:lnSpc>
            <a:spcBef>
              <a:spcPct val="0"/>
            </a:spcBef>
            <a:spcAft>
              <a:spcPct val="35000"/>
            </a:spcAft>
            <a:buNone/>
          </a:pPr>
          <a:r>
            <a:rPr lang="en-US" sz="1900" kern="1200">
              <a:latin typeface="Calibri"/>
              <a:ea typeface="Calibri"/>
              <a:cs typeface="Calibri"/>
            </a:rPr>
            <a:t>GSM-based alert notification system</a:t>
          </a:r>
          <a:endParaRPr lang="en-GB" sz="1900" kern="1200">
            <a:latin typeface="Calibri"/>
            <a:ea typeface="Calibri"/>
            <a:cs typeface="Calibri"/>
          </a:endParaRPr>
        </a:p>
      </dsp:txBody>
      <dsp:txXfrm>
        <a:off x="1074268" y="3492250"/>
        <a:ext cx="6108050" cy="930102"/>
      </dsp:txXfrm>
    </dsp:sp>
    <dsp:sp modelId="{0BD932AA-CAC4-43CA-B72D-F11880641C87}">
      <dsp:nvSpPr>
        <dsp:cNvPr id="0" name=""/>
        <dsp:cNvSpPr/>
      </dsp:nvSpPr>
      <dsp:spPr>
        <a:xfrm>
          <a:off x="0" y="4654878"/>
          <a:ext cx="7182319" cy="930102"/>
        </a:xfrm>
        <a:prstGeom prst="roundRect">
          <a:avLst>
            <a:gd name="adj" fmla="val 1000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C43639-3699-452B-B9C1-9F6EDAAC0297}">
      <dsp:nvSpPr>
        <dsp:cNvPr id="0" name=""/>
        <dsp:cNvSpPr/>
      </dsp:nvSpPr>
      <dsp:spPr>
        <a:xfrm>
          <a:off x="281355" y="4864151"/>
          <a:ext cx="511556" cy="511556"/>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tretch>
            <a:fillRect/>
          </a:stretch>
        </a:blipFill>
        <a:ln w="19050" cap="flat" cmpd="sng" algn="ctr">
          <a:solidFill>
            <a:schemeClr val="dk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B7896A-3A1C-412E-9804-F62113CB2D41}">
      <dsp:nvSpPr>
        <dsp:cNvPr id="0" name=""/>
        <dsp:cNvSpPr/>
      </dsp:nvSpPr>
      <dsp:spPr>
        <a:xfrm>
          <a:off x="1074268" y="4654878"/>
          <a:ext cx="6108050"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44550">
            <a:lnSpc>
              <a:spcPct val="100000"/>
            </a:lnSpc>
            <a:spcBef>
              <a:spcPct val="0"/>
            </a:spcBef>
            <a:spcAft>
              <a:spcPct val="35000"/>
            </a:spcAft>
            <a:buNone/>
          </a:pPr>
          <a:r>
            <a:rPr lang="en-US" sz="1900" kern="1200">
              <a:latin typeface="Calibri"/>
              <a:ea typeface="Calibri"/>
              <a:cs typeface="Calibri"/>
            </a:rPr>
            <a:t>Priority override mechanism</a:t>
          </a:r>
          <a:endParaRPr lang="en-GB" sz="1900" kern="1200">
            <a:latin typeface="Calibri"/>
            <a:ea typeface="Calibri"/>
            <a:cs typeface="Calibri"/>
          </a:endParaRPr>
        </a:p>
      </dsp:txBody>
      <dsp:txXfrm>
        <a:off x="1074268" y="4654878"/>
        <a:ext cx="6108050" cy="9301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9752CD-A027-4E40-AEEB-D3731F2A3673}">
      <dsp:nvSpPr>
        <dsp:cNvPr id="0" name=""/>
        <dsp:cNvSpPr/>
      </dsp:nvSpPr>
      <dsp:spPr>
        <a:xfrm>
          <a:off x="702180" y="318016"/>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6CB85B-5F68-4136-A14F-A0617E89E507}">
      <dsp:nvSpPr>
        <dsp:cNvPr id="0" name=""/>
        <dsp:cNvSpPr/>
      </dsp:nvSpPr>
      <dsp:spPr>
        <a:xfrm>
          <a:off x="936180" y="552016"/>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A2AEA5B-952D-41E9-A474-27480A4EA8E8}">
      <dsp:nvSpPr>
        <dsp:cNvPr id="0" name=""/>
        <dsp:cNvSpPr/>
      </dsp:nvSpPr>
      <dsp:spPr>
        <a:xfrm>
          <a:off x="351180" y="1758016"/>
          <a:ext cx="180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b="1" kern="1200">
              <a:latin typeface="Calibri"/>
              <a:ea typeface="Calibri"/>
              <a:cs typeface="Calibri"/>
            </a:rPr>
            <a:t>Safe &amp; Offline</a:t>
          </a:r>
          <a:r>
            <a:rPr lang="en-US" sz="1800" kern="1200">
              <a:latin typeface="Calibri"/>
              <a:ea typeface="Calibri"/>
              <a:cs typeface="Calibri"/>
            </a:rPr>
            <a:t> - Telugu voice assistant for seniors</a:t>
          </a:r>
        </a:p>
      </dsp:txBody>
      <dsp:txXfrm>
        <a:off x="351180" y="1758016"/>
        <a:ext cx="1800000" cy="1125000"/>
      </dsp:txXfrm>
    </dsp:sp>
    <dsp:sp modelId="{A086AD68-8BA3-4249-AFDF-64BD42A02F15}">
      <dsp:nvSpPr>
        <dsp:cNvPr id="0" name=""/>
        <dsp:cNvSpPr/>
      </dsp:nvSpPr>
      <dsp:spPr>
        <a:xfrm>
          <a:off x="2817180" y="318016"/>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2DA3DA-231A-4DF5-AA2E-362329006100}">
      <dsp:nvSpPr>
        <dsp:cNvPr id="0" name=""/>
        <dsp:cNvSpPr/>
      </dsp:nvSpPr>
      <dsp:spPr>
        <a:xfrm>
          <a:off x="3051180" y="552016"/>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107964-53B3-43DB-9AD7-EC10E4E34C9B}">
      <dsp:nvSpPr>
        <dsp:cNvPr id="0" name=""/>
        <dsp:cNvSpPr/>
      </dsp:nvSpPr>
      <dsp:spPr>
        <a:xfrm>
          <a:off x="2466180" y="1758016"/>
          <a:ext cx="180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kern="1200">
              <a:latin typeface="Calibri"/>
              <a:ea typeface="Calibri"/>
              <a:cs typeface="Calibri"/>
            </a:rPr>
            <a:t>Medicine &amp; Appointment Reminders</a:t>
          </a:r>
          <a:r>
            <a:rPr lang="en-US" sz="1400" kern="1200">
              <a:latin typeface="Calibri"/>
              <a:ea typeface="Calibri"/>
              <a:cs typeface="Calibri"/>
            </a:rPr>
            <a:t> – Automated alerts</a:t>
          </a:r>
        </a:p>
      </dsp:txBody>
      <dsp:txXfrm>
        <a:off x="2466180" y="1758016"/>
        <a:ext cx="1800000" cy="1125000"/>
      </dsp:txXfrm>
    </dsp:sp>
    <dsp:sp modelId="{B824DB64-EC82-42CC-B957-65C7A9E59FDF}">
      <dsp:nvSpPr>
        <dsp:cNvPr id="0" name=""/>
        <dsp:cNvSpPr/>
      </dsp:nvSpPr>
      <dsp:spPr>
        <a:xfrm>
          <a:off x="4932180" y="318016"/>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61187B-1E43-4BC0-8015-B324B40DF856}">
      <dsp:nvSpPr>
        <dsp:cNvPr id="0" name=""/>
        <dsp:cNvSpPr/>
      </dsp:nvSpPr>
      <dsp:spPr>
        <a:xfrm>
          <a:off x="5166180" y="552016"/>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74C2D7-4231-4D0E-87C7-93F10BD365A1}">
      <dsp:nvSpPr>
        <dsp:cNvPr id="0" name=""/>
        <dsp:cNvSpPr/>
      </dsp:nvSpPr>
      <dsp:spPr>
        <a:xfrm>
          <a:off x="4581180" y="1758016"/>
          <a:ext cx="180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kern="1200">
              <a:latin typeface="Calibri"/>
              <a:ea typeface="Calibri"/>
              <a:cs typeface="Calibri"/>
            </a:rPr>
            <a:t>Emergency Alerts</a:t>
          </a:r>
          <a:r>
            <a:rPr lang="en-US" sz="1400" kern="1200">
              <a:latin typeface="Calibri"/>
              <a:ea typeface="Calibri"/>
              <a:cs typeface="Calibri"/>
            </a:rPr>
            <a:t> – GSM calls &amp; SMS to caregivers</a:t>
          </a:r>
        </a:p>
      </dsp:txBody>
      <dsp:txXfrm>
        <a:off x="4581180" y="1758016"/>
        <a:ext cx="1800000" cy="1125000"/>
      </dsp:txXfrm>
    </dsp:sp>
    <dsp:sp modelId="{B4D0DD88-3E45-49AC-974B-DC943033C8CE}">
      <dsp:nvSpPr>
        <dsp:cNvPr id="0" name=""/>
        <dsp:cNvSpPr/>
      </dsp:nvSpPr>
      <dsp:spPr>
        <a:xfrm>
          <a:off x="7047180" y="318016"/>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6BB970-3190-4D06-8CEB-B2ED81AC3835}">
      <dsp:nvSpPr>
        <dsp:cNvPr id="0" name=""/>
        <dsp:cNvSpPr/>
      </dsp:nvSpPr>
      <dsp:spPr>
        <a:xfrm>
          <a:off x="7281180" y="552016"/>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2D94E0-EE9C-4872-AF3D-D061723E958F}">
      <dsp:nvSpPr>
        <dsp:cNvPr id="0" name=""/>
        <dsp:cNvSpPr/>
      </dsp:nvSpPr>
      <dsp:spPr>
        <a:xfrm>
          <a:off x="6696180" y="1758016"/>
          <a:ext cx="180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kern="1200">
              <a:latin typeface="Calibri"/>
              <a:ea typeface="Calibri"/>
              <a:cs typeface="Calibri"/>
            </a:rPr>
            <a:t>Smart Home Control &amp; Companionship</a:t>
          </a:r>
          <a:r>
            <a:rPr lang="en-US" sz="1400" kern="1200">
              <a:latin typeface="Calibri"/>
              <a:ea typeface="Calibri"/>
              <a:cs typeface="Calibri"/>
            </a:rPr>
            <a:t> – Voice based interaction</a:t>
          </a:r>
        </a:p>
      </dsp:txBody>
      <dsp:txXfrm>
        <a:off x="6696180" y="1758016"/>
        <a:ext cx="1800000" cy="1125000"/>
      </dsp:txXfrm>
    </dsp:sp>
    <dsp:sp modelId="{827B4576-734C-422E-9F2D-019632FFC138}">
      <dsp:nvSpPr>
        <dsp:cNvPr id="0" name=""/>
        <dsp:cNvSpPr/>
      </dsp:nvSpPr>
      <dsp:spPr>
        <a:xfrm>
          <a:off x="9162180" y="318016"/>
          <a:ext cx="1098000" cy="109800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B3F80F-3C31-49A5-81F1-235D2F0474A5}">
      <dsp:nvSpPr>
        <dsp:cNvPr id="0" name=""/>
        <dsp:cNvSpPr/>
      </dsp:nvSpPr>
      <dsp:spPr>
        <a:xfrm>
          <a:off x="9396180" y="552016"/>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7AB5D9-B301-47D7-B23F-08B8A2ABA7FA}">
      <dsp:nvSpPr>
        <dsp:cNvPr id="0" name=""/>
        <dsp:cNvSpPr/>
      </dsp:nvSpPr>
      <dsp:spPr>
        <a:xfrm>
          <a:off x="8811180" y="1758016"/>
          <a:ext cx="1800000" cy="112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kern="1200">
              <a:latin typeface="Calibri"/>
              <a:ea typeface="Calibri"/>
              <a:cs typeface="Calibri"/>
            </a:rPr>
            <a:t>Portable &amp; Privacy-Friendly</a:t>
          </a:r>
          <a:r>
            <a:rPr lang="en-US" sz="1400" kern="1200">
              <a:latin typeface="Calibri"/>
              <a:ea typeface="Calibri"/>
              <a:cs typeface="Calibri"/>
            </a:rPr>
            <a:t> – Expandable design for future sensors</a:t>
          </a:r>
        </a:p>
      </dsp:txBody>
      <dsp:txXfrm>
        <a:off x="8811180" y="1758016"/>
        <a:ext cx="1800000" cy="1125000"/>
      </dsp:txXfrm>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86A9F-CC31-FF73-C122-D2D6D35CCE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F94EAF-71AF-790D-64C2-574FFE81B8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A22225-BD71-E122-3D28-31F1418DD62D}"/>
              </a:ext>
            </a:extLst>
          </p:cNvPr>
          <p:cNvSpPr>
            <a:spLocks noGrp="1"/>
          </p:cNvSpPr>
          <p:nvPr>
            <p:ph type="dt" sz="half" idx="10"/>
          </p:nvPr>
        </p:nvSpPr>
        <p:spPr/>
        <p:txBody>
          <a:bodyPr/>
          <a:lstStyle/>
          <a:p>
            <a:fld id="{9AF7E0D7-5617-2C44-8E1B-238A380B3DA7}" type="datetimeFigureOut">
              <a:rPr lang="en-US" smtClean="0"/>
              <a:t>3/4/2026</a:t>
            </a:fld>
            <a:endParaRPr lang="en-US"/>
          </a:p>
        </p:txBody>
      </p:sp>
      <p:sp>
        <p:nvSpPr>
          <p:cNvPr id="5" name="Footer Placeholder 4">
            <a:extLst>
              <a:ext uri="{FF2B5EF4-FFF2-40B4-BE49-F238E27FC236}">
                <a16:creationId xmlns:a16="http://schemas.microsoft.com/office/drawing/2014/main" id="{EC1EB398-87B4-7CF1-8BA0-FC0EE7112A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D5E215-205A-10F4-CE25-6337BAE0FE64}"/>
              </a:ext>
            </a:extLst>
          </p:cNvPr>
          <p:cNvSpPr>
            <a:spLocks noGrp="1"/>
          </p:cNvSpPr>
          <p:nvPr>
            <p:ph type="sldNum" sz="quarter" idx="12"/>
          </p:nvPr>
        </p:nvSpPr>
        <p:spPr/>
        <p:txBody>
          <a:bodyPr/>
          <a:lstStyle/>
          <a:p>
            <a:fld id="{2FDFD18F-D674-F54F-9C1A-97350C4A4F5A}" type="slidenum">
              <a:rPr lang="en-US" smtClean="0"/>
              <a:t>‹#›</a:t>
            </a:fld>
            <a:endParaRPr lang="en-US"/>
          </a:p>
        </p:txBody>
      </p:sp>
    </p:spTree>
    <p:extLst>
      <p:ext uri="{BB962C8B-B14F-4D97-AF65-F5344CB8AC3E}">
        <p14:creationId xmlns:p14="http://schemas.microsoft.com/office/powerpoint/2010/main" val="3122736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96940-9C76-44AB-88C1-EE58AB19A7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874F45-09B3-801B-BD00-110B1B4C6F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8705D6-7193-7997-4487-39A791872D6D}"/>
              </a:ext>
            </a:extLst>
          </p:cNvPr>
          <p:cNvSpPr>
            <a:spLocks noGrp="1"/>
          </p:cNvSpPr>
          <p:nvPr>
            <p:ph type="dt" sz="half" idx="10"/>
          </p:nvPr>
        </p:nvSpPr>
        <p:spPr/>
        <p:txBody>
          <a:bodyPr/>
          <a:lstStyle/>
          <a:p>
            <a:fld id="{9AF7E0D7-5617-2C44-8E1B-238A380B3DA7}" type="datetimeFigureOut">
              <a:rPr lang="en-US" smtClean="0"/>
              <a:t>3/4/2026</a:t>
            </a:fld>
            <a:endParaRPr lang="en-US"/>
          </a:p>
        </p:txBody>
      </p:sp>
      <p:sp>
        <p:nvSpPr>
          <p:cNvPr id="5" name="Footer Placeholder 4">
            <a:extLst>
              <a:ext uri="{FF2B5EF4-FFF2-40B4-BE49-F238E27FC236}">
                <a16:creationId xmlns:a16="http://schemas.microsoft.com/office/drawing/2014/main" id="{D0DE09A7-BB69-FEE6-2C7D-023C82A813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B1F920-B794-3A56-C983-362F9C3DD73B}"/>
              </a:ext>
            </a:extLst>
          </p:cNvPr>
          <p:cNvSpPr>
            <a:spLocks noGrp="1"/>
          </p:cNvSpPr>
          <p:nvPr>
            <p:ph type="sldNum" sz="quarter" idx="12"/>
          </p:nvPr>
        </p:nvSpPr>
        <p:spPr/>
        <p:txBody>
          <a:bodyPr/>
          <a:lstStyle/>
          <a:p>
            <a:fld id="{2FDFD18F-D674-F54F-9C1A-97350C4A4F5A}" type="slidenum">
              <a:rPr lang="en-US" smtClean="0"/>
              <a:t>‹#›</a:t>
            </a:fld>
            <a:endParaRPr lang="en-US"/>
          </a:p>
        </p:txBody>
      </p:sp>
    </p:spTree>
    <p:extLst>
      <p:ext uri="{BB962C8B-B14F-4D97-AF65-F5344CB8AC3E}">
        <p14:creationId xmlns:p14="http://schemas.microsoft.com/office/powerpoint/2010/main" val="2815732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6A9E3-EA10-3B8D-2ABF-537AC4A2EB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B5C9BC-8323-5E91-9AB5-F0EF47DFB7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88DBDF-5E91-E05A-6D98-8C422090EDA2}"/>
              </a:ext>
            </a:extLst>
          </p:cNvPr>
          <p:cNvSpPr>
            <a:spLocks noGrp="1"/>
          </p:cNvSpPr>
          <p:nvPr>
            <p:ph type="dt" sz="half" idx="10"/>
          </p:nvPr>
        </p:nvSpPr>
        <p:spPr/>
        <p:txBody>
          <a:bodyPr/>
          <a:lstStyle/>
          <a:p>
            <a:fld id="{9AF7E0D7-5617-2C44-8E1B-238A380B3DA7}" type="datetimeFigureOut">
              <a:rPr lang="en-US" smtClean="0"/>
              <a:t>3/4/2026</a:t>
            </a:fld>
            <a:endParaRPr lang="en-US"/>
          </a:p>
        </p:txBody>
      </p:sp>
      <p:sp>
        <p:nvSpPr>
          <p:cNvPr id="5" name="Footer Placeholder 4">
            <a:extLst>
              <a:ext uri="{FF2B5EF4-FFF2-40B4-BE49-F238E27FC236}">
                <a16:creationId xmlns:a16="http://schemas.microsoft.com/office/drawing/2014/main" id="{12040E1C-93D9-CBD6-4B07-AD4A5E23F3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CDA340-C964-5028-0394-9608A4462A9F}"/>
              </a:ext>
            </a:extLst>
          </p:cNvPr>
          <p:cNvSpPr>
            <a:spLocks noGrp="1"/>
          </p:cNvSpPr>
          <p:nvPr>
            <p:ph type="sldNum" sz="quarter" idx="12"/>
          </p:nvPr>
        </p:nvSpPr>
        <p:spPr/>
        <p:txBody>
          <a:bodyPr/>
          <a:lstStyle/>
          <a:p>
            <a:fld id="{2FDFD18F-D674-F54F-9C1A-97350C4A4F5A}" type="slidenum">
              <a:rPr lang="en-US" smtClean="0"/>
              <a:t>‹#›</a:t>
            </a:fld>
            <a:endParaRPr lang="en-US"/>
          </a:p>
        </p:txBody>
      </p:sp>
    </p:spTree>
    <p:extLst>
      <p:ext uri="{BB962C8B-B14F-4D97-AF65-F5344CB8AC3E}">
        <p14:creationId xmlns:p14="http://schemas.microsoft.com/office/powerpoint/2010/main" val="1353022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0AD14-C3C2-B1B1-F849-CE9EA3212F6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C33B2D-7021-D26B-57A1-553D24420D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1ED90A-21AE-8FBD-0A7A-12AD619888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A50F18-9C32-CDF7-D896-A9F228AEE1CE}"/>
              </a:ext>
            </a:extLst>
          </p:cNvPr>
          <p:cNvSpPr>
            <a:spLocks noGrp="1"/>
          </p:cNvSpPr>
          <p:nvPr>
            <p:ph type="dt" sz="half" idx="10"/>
          </p:nvPr>
        </p:nvSpPr>
        <p:spPr/>
        <p:txBody>
          <a:bodyPr/>
          <a:lstStyle/>
          <a:p>
            <a:fld id="{9AF7E0D7-5617-2C44-8E1B-238A380B3DA7}" type="datetimeFigureOut">
              <a:rPr lang="en-US" smtClean="0"/>
              <a:t>3/4/2026</a:t>
            </a:fld>
            <a:endParaRPr lang="en-US"/>
          </a:p>
        </p:txBody>
      </p:sp>
      <p:sp>
        <p:nvSpPr>
          <p:cNvPr id="6" name="Footer Placeholder 5">
            <a:extLst>
              <a:ext uri="{FF2B5EF4-FFF2-40B4-BE49-F238E27FC236}">
                <a16:creationId xmlns:a16="http://schemas.microsoft.com/office/drawing/2014/main" id="{4D4E0715-0F64-1ED2-1877-11BF5188ED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0C2B2E-73A4-7CEA-2609-E3ACEF332AF7}"/>
              </a:ext>
            </a:extLst>
          </p:cNvPr>
          <p:cNvSpPr>
            <a:spLocks noGrp="1"/>
          </p:cNvSpPr>
          <p:nvPr>
            <p:ph type="sldNum" sz="quarter" idx="12"/>
          </p:nvPr>
        </p:nvSpPr>
        <p:spPr/>
        <p:txBody>
          <a:bodyPr/>
          <a:lstStyle/>
          <a:p>
            <a:fld id="{2FDFD18F-D674-F54F-9C1A-97350C4A4F5A}" type="slidenum">
              <a:rPr lang="en-US" smtClean="0"/>
              <a:t>‹#›</a:t>
            </a:fld>
            <a:endParaRPr lang="en-US"/>
          </a:p>
        </p:txBody>
      </p:sp>
    </p:spTree>
    <p:extLst>
      <p:ext uri="{BB962C8B-B14F-4D97-AF65-F5344CB8AC3E}">
        <p14:creationId xmlns:p14="http://schemas.microsoft.com/office/powerpoint/2010/main" val="1240277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C615F-AB53-F198-5F2E-DDDE397B0F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3FE1AF-BF9E-6F92-2369-4B06DF318A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1F6285-FCFA-C92E-CB34-695765D72A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71D9DA-CBA5-A3F1-FD0B-7769CFEC70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663EDB-7165-22BD-09E1-55F9F7BB92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B2AB006-4561-8035-DF8E-689A89A552C4}"/>
              </a:ext>
            </a:extLst>
          </p:cNvPr>
          <p:cNvSpPr>
            <a:spLocks noGrp="1"/>
          </p:cNvSpPr>
          <p:nvPr>
            <p:ph type="dt" sz="half" idx="10"/>
          </p:nvPr>
        </p:nvSpPr>
        <p:spPr/>
        <p:txBody>
          <a:bodyPr/>
          <a:lstStyle/>
          <a:p>
            <a:fld id="{9AF7E0D7-5617-2C44-8E1B-238A380B3DA7}" type="datetimeFigureOut">
              <a:rPr lang="en-US" smtClean="0"/>
              <a:t>3/4/2026</a:t>
            </a:fld>
            <a:endParaRPr lang="en-US"/>
          </a:p>
        </p:txBody>
      </p:sp>
      <p:sp>
        <p:nvSpPr>
          <p:cNvPr id="8" name="Footer Placeholder 7">
            <a:extLst>
              <a:ext uri="{FF2B5EF4-FFF2-40B4-BE49-F238E27FC236}">
                <a16:creationId xmlns:a16="http://schemas.microsoft.com/office/drawing/2014/main" id="{C16A4297-E073-1E26-1208-0D87ED3EEF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E5055CC-B40B-A52E-ECC3-19ACBFDF0DCB}"/>
              </a:ext>
            </a:extLst>
          </p:cNvPr>
          <p:cNvSpPr>
            <a:spLocks noGrp="1"/>
          </p:cNvSpPr>
          <p:nvPr>
            <p:ph type="sldNum" sz="quarter" idx="12"/>
          </p:nvPr>
        </p:nvSpPr>
        <p:spPr/>
        <p:txBody>
          <a:bodyPr/>
          <a:lstStyle/>
          <a:p>
            <a:fld id="{2FDFD18F-D674-F54F-9C1A-97350C4A4F5A}" type="slidenum">
              <a:rPr lang="en-US" smtClean="0"/>
              <a:t>‹#›</a:t>
            </a:fld>
            <a:endParaRPr lang="en-US"/>
          </a:p>
        </p:txBody>
      </p:sp>
    </p:spTree>
    <p:extLst>
      <p:ext uri="{BB962C8B-B14F-4D97-AF65-F5344CB8AC3E}">
        <p14:creationId xmlns:p14="http://schemas.microsoft.com/office/powerpoint/2010/main" val="3758945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F84-072E-5CB1-0908-DDAD51A0C3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C70627-6638-2959-203C-448337FD5904}"/>
              </a:ext>
            </a:extLst>
          </p:cNvPr>
          <p:cNvSpPr>
            <a:spLocks noGrp="1"/>
          </p:cNvSpPr>
          <p:nvPr>
            <p:ph type="dt" sz="half" idx="10"/>
          </p:nvPr>
        </p:nvSpPr>
        <p:spPr/>
        <p:txBody>
          <a:bodyPr/>
          <a:lstStyle/>
          <a:p>
            <a:fld id="{9AF7E0D7-5617-2C44-8E1B-238A380B3DA7}" type="datetimeFigureOut">
              <a:rPr lang="en-US" smtClean="0"/>
              <a:t>3/4/2026</a:t>
            </a:fld>
            <a:endParaRPr lang="en-US"/>
          </a:p>
        </p:txBody>
      </p:sp>
      <p:sp>
        <p:nvSpPr>
          <p:cNvPr id="4" name="Footer Placeholder 3">
            <a:extLst>
              <a:ext uri="{FF2B5EF4-FFF2-40B4-BE49-F238E27FC236}">
                <a16:creationId xmlns:a16="http://schemas.microsoft.com/office/drawing/2014/main" id="{2BCE7DCC-94F1-78EC-12AA-5AD8024BD9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EB8308-AD80-3C24-184C-0A74D73D67EF}"/>
              </a:ext>
            </a:extLst>
          </p:cNvPr>
          <p:cNvSpPr>
            <a:spLocks noGrp="1"/>
          </p:cNvSpPr>
          <p:nvPr>
            <p:ph type="sldNum" sz="quarter" idx="12"/>
          </p:nvPr>
        </p:nvSpPr>
        <p:spPr/>
        <p:txBody>
          <a:bodyPr/>
          <a:lstStyle/>
          <a:p>
            <a:fld id="{2FDFD18F-D674-F54F-9C1A-97350C4A4F5A}" type="slidenum">
              <a:rPr lang="en-US" smtClean="0"/>
              <a:t>‹#›</a:t>
            </a:fld>
            <a:endParaRPr lang="en-US"/>
          </a:p>
        </p:txBody>
      </p:sp>
    </p:spTree>
    <p:extLst>
      <p:ext uri="{BB962C8B-B14F-4D97-AF65-F5344CB8AC3E}">
        <p14:creationId xmlns:p14="http://schemas.microsoft.com/office/powerpoint/2010/main" val="1206535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85049D-9CA1-133A-1987-F0DC6BBC8D7B}"/>
              </a:ext>
            </a:extLst>
          </p:cNvPr>
          <p:cNvSpPr>
            <a:spLocks noGrp="1"/>
          </p:cNvSpPr>
          <p:nvPr>
            <p:ph type="dt" sz="half" idx="10"/>
          </p:nvPr>
        </p:nvSpPr>
        <p:spPr/>
        <p:txBody>
          <a:bodyPr/>
          <a:lstStyle/>
          <a:p>
            <a:fld id="{9AF7E0D7-5617-2C44-8E1B-238A380B3DA7}" type="datetimeFigureOut">
              <a:rPr lang="en-US" smtClean="0"/>
              <a:t>3/4/2026</a:t>
            </a:fld>
            <a:endParaRPr lang="en-US"/>
          </a:p>
        </p:txBody>
      </p:sp>
      <p:sp>
        <p:nvSpPr>
          <p:cNvPr id="3" name="Footer Placeholder 2">
            <a:extLst>
              <a:ext uri="{FF2B5EF4-FFF2-40B4-BE49-F238E27FC236}">
                <a16:creationId xmlns:a16="http://schemas.microsoft.com/office/drawing/2014/main" id="{8E047579-2059-B6C7-D8F2-1E60D5E16E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40AB999-499A-99A8-5548-20F31AC55A8D}"/>
              </a:ext>
            </a:extLst>
          </p:cNvPr>
          <p:cNvSpPr>
            <a:spLocks noGrp="1"/>
          </p:cNvSpPr>
          <p:nvPr>
            <p:ph type="sldNum" sz="quarter" idx="12"/>
          </p:nvPr>
        </p:nvSpPr>
        <p:spPr/>
        <p:txBody>
          <a:bodyPr/>
          <a:lstStyle/>
          <a:p>
            <a:fld id="{2FDFD18F-D674-F54F-9C1A-97350C4A4F5A}" type="slidenum">
              <a:rPr lang="en-US" smtClean="0"/>
              <a:t>‹#›</a:t>
            </a:fld>
            <a:endParaRPr lang="en-US"/>
          </a:p>
        </p:txBody>
      </p:sp>
    </p:spTree>
    <p:extLst>
      <p:ext uri="{BB962C8B-B14F-4D97-AF65-F5344CB8AC3E}">
        <p14:creationId xmlns:p14="http://schemas.microsoft.com/office/powerpoint/2010/main" val="1362033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6B6C1-7547-91ED-9310-944E959685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7E4FD2-E27B-0134-0B43-0720687022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2EDB05-FEBA-97EC-59AC-2DE439879D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C2D62D-0B0F-3F11-A457-38127A6DB61C}"/>
              </a:ext>
            </a:extLst>
          </p:cNvPr>
          <p:cNvSpPr>
            <a:spLocks noGrp="1"/>
          </p:cNvSpPr>
          <p:nvPr>
            <p:ph type="dt" sz="half" idx="10"/>
          </p:nvPr>
        </p:nvSpPr>
        <p:spPr/>
        <p:txBody>
          <a:bodyPr/>
          <a:lstStyle/>
          <a:p>
            <a:fld id="{9AF7E0D7-5617-2C44-8E1B-238A380B3DA7}" type="datetimeFigureOut">
              <a:rPr lang="en-US" smtClean="0"/>
              <a:t>3/4/2026</a:t>
            </a:fld>
            <a:endParaRPr lang="en-US"/>
          </a:p>
        </p:txBody>
      </p:sp>
      <p:sp>
        <p:nvSpPr>
          <p:cNvPr id="6" name="Footer Placeholder 5">
            <a:extLst>
              <a:ext uri="{FF2B5EF4-FFF2-40B4-BE49-F238E27FC236}">
                <a16:creationId xmlns:a16="http://schemas.microsoft.com/office/drawing/2014/main" id="{7ABBE6F1-0C0B-B4BE-6A97-542A3EFFE4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49AD9E-5C91-9EA6-0C70-1B185CC849CA}"/>
              </a:ext>
            </a:extLst>
          </p:cNvPr>
          <p:cNvSpPr>
            <a:spLocks noGrp="1"/>
          </p:cNvSpPr>
          <p:nvPr>
            <p:ph type="sldNum" sz="quarter" idx="12"/>
          </p:nvPr>
        </p:nvSpPr>
        <p:spPr/>
        <p:txBody>
          <a:bodyPr/>
          <a:lstStyle/>
          <a:p>
            <a:fld id="{2FDFD18F-D674-F54F-9C1A-97350C4A4F5A}" type="slidenum">
              <a:rPr lang="en-US" smtClean="0"/>
              <a:t>‹#›</a:t>
            </a:fld>
            <a:endParaRPr lang="en-US"/>
          </a:p>
        </p:txBody>
      </p:sp>
    </p:spTree>
    <p:extLst>
      <p:ext uri="{BB962C8B-B14F-4D97-AF65-F5344CB8AC3E}">
        <p14:creationId xmlns:p14="http://schemas.microsoft.com/office/powerpoint/2010/main" val="2008576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F8C41-7EFF-0C4E-242B-F64BE25D33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C64D75-8E2F-39FF-BE0A-69C3717AA3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2062B61-73A2-35FB-EFD7-C6885B934D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24BD23-86C8-461A-F592-A61D12519B60}"/>
              </a:ext>
            </a:extLst>
          </p:cNvPr>
          <p:cNvSpPr>
            <a:spLocks noGrp="1"/>
          </p:cNvSpPr>
          <p:nvPr>
            <p:ph type="dt" sz="half" idx="10"/>
          </p:nvPr>
        </p:nvSpPr>
        <p:spPr/>
        <p:txBody>
          <a:bodyPr/>
          <a:lstStyle/>
          <a:p>
            <a:fld id="{9AF7E0D7-5617-2C44-8E1B-238A380B3DA7}" type="datetimeFigureOut">
              <a:rPr lang="en-US" smtClean="0"/>
              <a:t>3/4/2026</a:t>
            </a:fld>
            <a:endParaRPr lang="en-US"/>
          </a:p>
        </p:txBody>
      </p:sp>
      <p:sp>
        <p:nvSpPr>
          <p:cNvPr id="6" name="Footer Placeholder 5">
            <a:extLst>
              <a:ext uri="{FF2B5EF4-FFF2-40B4-BE49-F238E27FC236}">
                <a16:creationId xmlns:a16="http://schemas.microsoft.com/office/drawing/2014/main" id="{DD3BECB6-8DD6-BFBD-A6B0-0138CDD0F0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8AC1B0-0D53-DB45-3491-1B0B9764A540}"/>
              </a:ext>
            </a:extLst>
          </p:cNvPr>
          <p:cNvSpPr>
            <a:spLocks noGrp="1"/>
          </p:cNvSpPr>
          <p:nvPr>
            <p:ph type="sldNum" sz="quarter" idx="12"/>
          </p:nvPr>
        </p:nvSpPr>
        <p:spPr/>
        <p:txBody>
          <a:bodyPr/>
          <a:lstStyle/>
          <a:p>
            <a:fld id="{2FDFD18F-D674-F54F-9C1A-97350C4A4F5A}" type="slidenum">
              <a:rPr lang="en-US" smtClean="0"/>
              <a:t>‹#›</a:t>
            </a:fld>
            <a:endParaRPr lang="en-US"/>
          </a:p>
        </p:txBody>
      </p:sp>
    </p:spTree>
    <p:extLst>
      <p:ext uri="{BB962C8B-B14F-4D97-AF65-F5344CB8AC3E}">
        <p14:creationId xmlns:p14="http://schemas.microsoft.com/office/powerpoint/2010/main" val="541198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00B13-964E-1EB9-5FAB-629BFC3CCCB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5F0FE8-37CA-2171-FFC7-602CE015D7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DA68BA-0902-4A49-17C5-4942BFB21BB8}"/>
              </a:ext>
            </a:extLst>
          </p:cNvPr>
          <p:cNvSpPr>
            <a:spLocks noGrp="1"/>
          </p:cNvSpPr>
          <p:nvPr>
            <p:ph type="dt" sz="half" idx="10"/>
          </p:nvPr>
        </p:nvSpPr>
        <p:spPr/>
        <p:txBody>
          <a:bodyPr/>
          <a:lstStyle/>
          <a:p>
            <a:fld id="{9AF7E0D7-5617-2C44-8E1B-238A380B3DA7}" type="datetimeFigureOut">
              <a:rPr lang="en-US" smtClean="0"/>
              <a:t>3/4/2026</a:t>
            </a:fld>
            <a:endParaRPr lang="en-US"/>
          </a:p>
        </p:txBody>
      </p:sp>
      <p:sp>
        <p:nvSpPr>
          <p:cNvPr id="5" name="Footer Placeholder 4">
            <a:extLst>
              <a:ext uri="{FF2B5EF4-FFF2-40B4-BE49-F238E27FC236}">
                <a16:creationId xmlns:a16="http://schemas.microsoft.com/office/drawing/2014/main" id="{00AEA9D3-951E-C1FF-8056-E86DA2B0A5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1F625F-30E2-FA6C-7768-3075CEC4F37D}"/>
              </a:ext>
            </a:extLst>
          </p:cNvPr>
          <p:cNvSpPr>
            <a:spLocks noGrp="1"/>
          </p:cNvSpPr>
          <p:nvPr>
            <p:ph type="sldNum" sz="quarter" idx="12"/>
          </p:nvPr>
        </p:nvSpPr>
        <p:spPr/>
        <p:txBody>
          <a:bodyPr/>
          <a:lstStyle/>
          <a:p>
            <a:fld id="{2FDFD18F-D674-F54F-9C1A-97350C4A4F5A}" type="slidenum">
              <a:rPr lang="en-US" smtClean="0"/>
              <a:t>‹#›</a:t>
            </a:fld>
            <a:endParaRPr lang="en-US"/>
          </a:p>
        </p:txBody>
      </p:sp>
    </p:spTree>
    <p:extLst>
      <p:ext uri="{BB962C8B-B14F-4D97-AF65-F5344CB8AC3E}">
        <p14:creationId xmlns:p14="http://schemas.microsoft.com/office/powerpoint/2010/main" val="2380081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537CFC-864C-63F0-F52E-0F11C3E3179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A16CB47-171B-4F25-E34F-AFB7CB9E65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C0F455-C3F5-A2BB-AE5D-5A486E9DBF93}"/>
              </a:ext>
            </a:extLst>
          </p:cNvPr>
          <p:cNvSpPr>
            <a:spLocks noGrp="1"/>
          </p:cNvSpPr>
          <p:nvPr>
            <p:ph type="dt" sz="half" idx="10"/>
          </p:nvPr>
        </p:nvSpPr>
        <p:spPr/>
        <p:txBody>
          <a:bodyPr/>
          <a:lstStyle/>
          <a:p>
            <a:fld id="{9AF7E0D7-5617-2C44-8E1B-238A380B3DA7}" type="datetimeFigureOut">
              <a:rPr lang="en-US" smtClean="0"/>
              <a:t>3/4/2026</a:t>
            </a:fld>
            <a:endParaRPr lang="en-US"/>
          </a:p>
        </p:txBody>
      </p:sp>
      <p:sp>
        <p:nvSpPr>
          <p:cNvPr id="5" name="Footer Placeholder 4">
            <a:extLst>
              <a:ext uri="{FF2B5EF4-FFF2-40B4-BE49-F238E27FC236}">
                <a16:creationId xmlns:a16="http://schemas.microsoft.com/office/drawing/2014/main" id="{2ED097EB-CD7D-68F8-E65A-7B8065D1FC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26A27C-438F-CED7-F21F-43AACE3766BA}"/>
              </a:ext>
            </a:extLst>
          </p:cNvPr>
          <p:cNvSpPr>
            <a:spLocks noGrp="1"/>
          </p:cNvSpPr>
          <p:nvPr>
            <p:ph type="sldNum" sz="quarter" idx="12"/>
          </p:nvPr>
        </p:nvSpPr>
        <p:spPr/>
        <p:txBody>
          <a:bodyPr/>
          <a:lstStyle/>
          <a:p>
            <a:fld id="{2FDFD18F-D674-F54F-9C1A-97350C4A4F5A}" type="slidenum">
              <a:rPr lang="en-US" smtClean="0"/>
              <a:t>‹#›</a:t>
            </a:fld>
            <a:endParaRPr lang="en-US"/>
          </a:p>
        </p:txBody>
      </p:sp>
    </p:spTree>
    <p:extLst>
      <p:ext uri="{BB962C8B-B14F-4D97-AF65-F5344CB8AC3E}">
        <p14:creationId xmlns:p14="http://schemas.microsoft.com/office/powerpoint/2010/main" val="580245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D30F93-DE84-6225-373E-8BF0B9A4F5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917377-962E-1D88-305C-FE9D96E7F8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B3E32-FB8E-5CE3-9BE8-F69C9C8C68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AF7E0D7-5617-2C44-8E1B-238A380B3DA7}" type="datetimeFigureOut">
              <a:rPr lang="en-US" smtClean="0"/>
              <a:t>3/4/2026</a:t>
            </a:fld>
            <a:endParaRPr lang="en-US"/>
          </a:p>
        </p:txBody>
      </p:sp>
      <p:sp>
        <p:nvSpPr>
          <p:cNvPr id="5" name="Footer Placeholder 4">
            <a:extLst>
              <a:ext uri="{FF2B5EF4-FFF2-40B4-BE49-F238E27FC236}">
                <a16:creationId xmlns:a16="http://schemas.microsoft.com/office/drawing/2014/main" id="{517A1527-F8A1-01BE-7716-CA5674F905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6AA4130-C287-3B75-CCEF-93A344E34C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FDFD18F-D674-F54F-9C1A-97350C4A4F5A}" type="slidenum">
              <a:rPr lang="en-US" smtClean="0"/>
              <a:t>‹#›</a:t>
            </a:fld>
            <a:endParaRPr lang="en-US"/>
          </a:p>
        </p:txBody>
      </p:sp>
    </p:spTree>
    <p:extLst>
      <p:ext uri="{BB962C8B-B14F-4D97-AF65-F5344CB8AC3E}">
        <p14:creationId xmlns:p14="http://schemas.microsoft.com/office/powerpoint/2010/main" val="2562484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2.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9.xml" /></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 /><Relationship Id="rId2" Type="http://schemas.openxmlformats.org/officeDocument/2006/relationships/diagramData" Target="../diagrams/data2.xml" /><Relationship Id="rId1" Type="http://schemas.openxmlformats.org/officeDocument/2006/relationships/slideLayout" Target="../slideLayouts/slideLayout2.xml" /><Relationship Id="rId6" Type="http://schemas.microsoft.com/office/2007/relationships/diagramDrawing" Target="../diagrams/drawing2.xml" /><Relationship Id="rId5" Type="http://schemas.openxmlformats.org/officeDocument/2006/relationships/diagramColors" Target="../diagrams/colors2.xml" /><Relationship Id="rId4" Type="http://schemas.openxmlformats.org/officeDocument/2006/relationships/diagramQuickStyle" Target="../diagrams/quickStyle2.xml" /></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 /><Relationship Id="rId2" Type="http://schemas.openxmlformats.org/officeDocument/2006/relationships/diagramData" Target="../diagrams/data3.xml" /><Relationship Id="rId1" Type="http://schemas.openxmlformats.org/officeDocument/2006/relationships/slideLayout" Target="../slideLayouts/slideLayout8.xml" /><Relationship Id="rId6" Type="http://schemas.microsoft.com/office/2007/relationships/diagramDrawing" Target="../diagrams/drawing3.xml" /><Relationship Id="rId5" Type="http://schemas.openxmlformats.org/officeDocument/2006/relationships/diagramColors" Target="../diagrams/colors3.xml" /><Relationship Id="rId4" Type="http://schemas.openxmlformats.org/officeDocument/2006/relationships/diagramQuickStyle" Target="../diagrams/quickStyle3.xml" /></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 /><Relationship Id="rId2" Type="http://schemas.openxmlformats.org/officeDocument/2006/relationships/diagramData" Target="../diagrams/data4.xml" /><Relationship Id="rId1" Type="http://schemas.openxmlformats.org/officeDocument/2006/relationships/slideLayout" Target="../slideLayouts/slideLayout2.xml" /><Relationship Id="rId6" Type="http://schemas.microsoft.com/office/2007/relationships/diagramDrawing" Target="../diagrams/drawing4.xml" /><Relationship Id="rId5" Type="http://schemas.openxmlformats.org/officeDocument/2006/relationships/diagramColors" Target="../diagrams/colors4.xml" /><Relationship Id="rId4" Type="http://schemas.openxmlformats.org/officeDocument/2006/relationships/diagramQuickStyle" Target="../diagrams/quickStyle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8C884-BDFC-7EB5-BD2D-8436387A781C}"/>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7D9E05C0-1DB0-C22D-C3AD-DBB48559C1F9}"/>
              </a:ext>
            </a:extLst>
          </p:cNvPr>
          <p:cNvPicPr>
            <a:picLocks noChangeAspect="1"/>
          </p:cNvPicPr>
          <p:nvPr/>
        </p:nvPicPr>
        <p:blipFill>
          <a:blip r:embed="rId2"/>
          <a:srcRect l="1550" r="1550"/>
          <a:stretch/>
        </p:blipFill>
        <p:spPr>
          <a:xfrm>
            <a:off x="8182" y="1942005"/>
            <a:ext cx="7706616" cy="1344289"/>
          </a:xfrm>
          <a:prstGeom prst="rect">
            <a:avLst/>
          </a:prstGeom>
        </p:spPr>
      </p:pic>
      <p:sp>
        <p:nvSpPr>
          <p:cNvPr id="2" name="Title 1">
            <a:extLst>
              <a:ext uri="{FF2B5EF4-FFF2-40B4-BE49-F238E27FC236}">
                <a16:creationId xmlns:a16="http://schemas.microsoft.com/office/drawing/2014/main" id="{14818573-3552-F5B0-6AC0-60ADACCCDC7D}"/>
              </a:ext>
            </a:extLst>
          </p:cNvPr>
          <p:cNvSpPr>
            <a:spLocks noGrp="1"/>
          </p:cNvSpPr>
          <p:nvPr>
            <p:ph type="ctrTitle"/>
          </p:nvPr>
        </p:nvSpPr>
        <p:spPr>
          <a:xfrm>
            <a:off x="1193" y="3291302"/>
            <a:ext cx="7454926" cy="1235357"/>
          </a:xfrm>
        </p:spPr>
        <p:txBody>
          <a:bodyPr>
            <a:noAutofit/>
          </a:bodyPr>
          <a:lstStyle/>
          <a:p>
            <a:r>
              <a:rPr lang="en-GB" sz="4000">
                <a:latin typeface="Calibri"/>
                <a:ea typeface="Calibri"/>
                <a:cs typeface="Calibri"/>
              </a:rPr>
              <a:t>Localized Voice Assistant</a:t>
            </a:r>
            <a:br>
              <a:rPr lang="en-GB" sz="4400">
                <a:latin typeface="Calibri"/>
                <a:ea typeface="Calibri"/>
                <a:cs typeface="Calibri"/>
              </a:rPr>
            </a:br>
            <a:r>
              <a:rPr lang="en-GB" sz="4000">
                <a:latin typeface="Calibri"/>
                <a:ea typeface="Calibri"/>
                <a:cs typeface="Calibri"/>
              </a:rPr>
              <a:t>for Senior Citizens</a:t>
            </a:r>
            <a:endParaRPr lang="en-US" sz="4000">
              <a:latin typeface="Calibri"/>
              <a:ea typeface="Calibri"/>
              <a:cs typeface="Calibri"/>
            </a:endParaRPr>
          </a:p>
        </p:txBody>
      </p:sp>
      <p:sp>
        <p:nvSpPr>
          <p:cNvPr id="6" name="Oval 5">
            <a:extLst>
              <a:ext uri="{FF2B5EF4-FFF2-40B4-BE49-F238E27FC236}">
                <a16:creationId xmlns:a16="http://schemas.microsoft.com/office/drawing/2014/main" id="{E5F2B8FB-404F-628F-5787-5D35431C6774}"/>
              </a:ext>
            </a:extLst>
          </p:cNvPr>
          <p:cNvSpPr/>
          <p:nvPr/>
        </p:nvSpPr>
        <p:spPr>
          <a:xfrm>
            <a:off x="7443980" y="673458"/>
            <a:ext cx="6684537" cy="6504285"/>
          </a:xfrm>
          <a:prstGeom prst="ellipse">
            <a:avLst/>
          </a:prstGeom>
          <a:solidFill>
            <a:srgbClr val="5C9C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Calibri"/>
              <a:ea typeface="Calibri"/>
              <a:cs typeface="Calibri"/>
            </a:endParaRPr>
          </a:p>
        </p:txBody>
      </p:sp>
      <p:sp>
        <p:nvSpPr>
          <p:cNvPr id="3" name="Subtitle 2">
            <a:extLst>
              <a:ext uri="{FF2B5EF4-FFF2-40B4-BE49-F238E27FC236}">
                <a16:creationId xmlns:a16="http://schemas.microsoft.com/office/drawing/2014/main" id="{DE4765C3-ABF7-BD47-785D-E0D195345A63}"/>
              </a:ext>
            </a:extLst>
          </p:cNvPr>
          <p:cNvSpPr>
            <a:spLocks noGrp="1"/>
          </p:cNvSpPr>
          <p:nvPr>
            <p:ph type="subTitle" idx="1"/>
          </p:nvPr>
        </p:nvSpPr>
        <p:spPr>
          <a:xfrm>
            <a:off x="4230891" y="4534587"/>
            <a:ext cx="3206572" cy="1438412"/>
          </a:xfrm>
        </p:spPr>
        <p:txBody>
          <a:bodyPr vert="horz" lIns="91440" tIns="45720" rIns="91440" bIns="45720" rtlCol="0" anchor="t">
            <a:noAutofit/>
          </a:bodyPr>
          <a:lstStyle/>
          <a:p>
            <a:pPr algn="l"/>
            <a:r>
              <a:rPr lang="en-GB" sz="2000">
                <a:latin typeface="Calibri"/>
                <a:ea typeface="Calibri"/>
                <a:cs typeface="Calibri"/>
              </a:rPr>
              <a:t>Presented by: </a:t>
            </a:r>
          </a:p>
          <a:p>
            <a:pPr algn="l"/>
            <a:r>
              <a:rPr lang="en-GB" sz="1800">
                <a:latin typeface="Calibri"/>
                <a:ea typeface="Calibri"/>
                <a:cs typeface="Calibri"/>
              </a:rPr>
              <a:t>24B91A0457 – G.P.S. Lakshmi  </a:t>
            </a:r>
            <a:endParaRPr lang="en-US" sz="1800">
              <a:latin typeface="Calibri"/>
              <a:ea typeface="Calibri"/>
              <a:cs typeface="Calibri"/>
            </a:endParaRPr>
          </a:p>
          <a:p>
            <a:pPr algn="l"/>
            <a:r>
              <a:rPr lang="en-GB" sz="1800">
                <a:latin typeface="Calibri"/>
                <a:ea typeface="Calibri"/>
                <a:cs typeface="Calibri"/>
              </a:rPr>
              <a:t>24B91A0462 – G. Pavani</a:t>
            </a:r>
            <a:endParaRPr lang="en-US" sz="1800">
              <a:latin typeface="Calibri"/>
              <a:ea typeface="Calibri"/>
              <a:cs typeface="Calibri"/>
            </a:endParaRPr>
          </a:p>
          <a:p>
            <a:endParaRPr lang="en-GB" sz="1800">
              <a:latin typeface="Calibri"/>
              <a:ea typeface="Calibri"/>
              <a:cs typeface="Calibri"/>
            </a:endParaRPr>
          </a:p>
        </p:txBody>
      </p:sp>
      <p:sp>
        <p:nvSpPr>
          <p:cNvPr id="8" name="Speech Bubble: Oval 7">
            <a:extLst>
              <a:ext uri="{FF2B5EF4-FFF2-40B4-BE49-F238E27FC236}">
                <a16:creationId xmlns:a16="http://schemas.microsoft.com/office/drawing/2014/main" id="{3FE671CB-4F10-5D1D-D6EF-43A1289A9052}"/>
              </a:ext>
            </a:extLst>
          </p:cNvPr>
          <p:cNvSpPr/>
          <p:nvPr/>
        </p:nvSpPr>
        <p:spPr>
          <a:xfrm flipH="1">
            <a:off x="7278219" y="105894"/>
            <a:ext cx="3004749" cy="1705396"/>
          </a:xfrm>
          <a:prstGeom prst="wedgeEllipseCallout">
            <a:avLst>
              <a:gd name="adj1" fmla="val -30683"/>
              <a:gd name="adj2" fmla="val 78657"/>
            </a:avLst>
          </a:prstGeom>
          <a:solidFill>
            <a:srgbClr val="0A2A33"/>
          </a:solidFill>
          <a:ln>
            <a:solidFill>
              <a:srgbClr val="1C5D63"/>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2800" dirty="0">
                <a:latin typeface="Calibri"/>
                <a:ea typeface="Calibri"/>
                <a:cs typeface="Calibri"/>
              </a:rPr>
              <a:t>Hey</a:t>
            </a:r>
          </a:p>
          <a:p>
            <a:pPr algn="ctr"/>
            <a:r>
              <a:rPr lang="en-GB" sz="2800" dirty="0" err="1">
                <a:latin typeface="Calibri"/>
                <a:ea typeface="Calibri"/>
                <a:cs typeface="Calibri"/>
              </a:rPr>
              <a:t>Lumi</a:t>
            </a:r>
            <a:r>
              <a:rPr lang="en-GB" sz="2800" dirty="0">
                <a:latin typeface="Calibri"/>
                <a:ea typeface="Calibri"/>
                <a:cs typeface="Calibri"/>
              </a:rPr>
              <a:t> !!</a:t>
            </a:r>
            <a:br>
              <a:rPr lang="en-GB" sz="2800" dirty="0">
                <a:latin typeface="Calibri"/>
                <a:ea typeface="Calibri"/>
                <a:cs typeface="Calibri"/>
              </a:rPr>
            </a:br>
            <a:endParaRPr lang="en-GB" sz="2800" dirty="0">
              <a:latin typeface="Calibri"/>
              <a:ea typeface="Calibri"/>
              <a:cs typeface="Calibri"/>
            </a:endParaRPr>
          </a:p>
        </p:txBody>
      </p:sp>
      <p:pic>
        <p:nvPicPr>
          <p:cNvPr id="9" name="Picture 8" descr="A Female Teacher Explaining The Lesson Cartoon, Teacher Clipart, Cartoon  Clipart, Female Clipart PNG Transparent Image and Clipart for Free Download">
            <a:extLst>
              <a:ext uri="{FF2B5EF4-FFF2-40B4-BE49-F238E27FC236}">
                <a16:creationId xmlns:a16="http://schemas.microsoft.com/office/drawing/2014/main" id="{2BA23F85-5016-63C8-EE2A-5E0A086092A4}"/>
              </a:ext>
            </a:extLst>
          </p:cNvPr>
          <p:cNvPicPr>
            <a:picLocks noChangeAspect="1"/>
          </p:cNvPicPr>
          <p:nvPr/>
        </p:nvPicPr>
        <p:blipFill>
          <a:blip r:embed="rId3"/>
          <a:srcRect l="8075" t="3327" r="-363" b="341"/>
          <a:stretch>
            <a:fillRect/>
          </a:stretch>
        </p:blipFill>
        <p:spPr>
          <a:xfrm>
            <a:off x="8205220" y="862017"/>
            <a:ext cx="3988624" cy="5990891"/>
          </a:xfrm>
          <a:prstGeom prst="rect">
            <a:avLst/>
          </a:prstGeom>
        </p:spPr>
      </p:pic>
    </p:spTree>
    <p:extLst>
      <p:ext uri="{BB962C8B-B14F-4D97-AF65-F5344CB8AC3E}">
        <p14:creationId xmlns:p14="http://schemas.microsoft.com/office/powerpoint/2010/main" val="2123847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B019A-7DDC-E355-EEF0-867E983832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ACCDD2-8E67-E403-3700-5E028A469850}"/>
              </a:ext>
            </a:extLst>
          </p:cNvPr>
          <p:cNvSpPr>
            <a:spLocks noGrp="1"/>
          </p:cNvSpPr>
          <p:nvPr>
            <p:ph type="title"/>
          </p:nvPr>
        </p:nvSpPr>
        <p:spPr>
          <a:xfrm>
            <a:off x="618995" y="365125"/>
            <a:ext cx="10734805" cy="1075042"/>
          </a:xfrm>
        </p:spPr>
        <p:txBody>
          <a:bodyPr>
            <a:normAutofit/>
          </a:bodyPr>
          <a:lstStyle/>
          <a:p>
            <a:r>
              <a:rPr lang="en-GB">
                <a:latin typeface="Calibri"/>
                <a:ea typeface="Calibri"/>
                <a:cs typeface="Calibri"/>
              </a:rPr>
              <a:t>Problem Statement</a:t>
            </a:r>
            <a:endParaRPr lang="en-US">
              <a:latin typeface="Calibri"/>
              <a:ea typeface="Calibri"/>
              <a:cs typeface="Calibri"/>
            </a:endParaRPr>
          </a:p>
        </p:txBody>
      </p:sp>
      <p:graphicFrame>
        <p:nvGraphicFramePr>
          <p:cNvPr id="4" name="Diagram 3">
            <a:extLst>
              <a:ext uri="{FF2B5EF4-FFF2-40B4-BE49-F238E27FC236}">
                <a16:creationId xmlns:a16="http://schemas.microsoft.com/office/drawing/2014/main" id="{FAEE5DA5-C794-F92C-5964-E405D21A255E}"/>
              </a:ext>
            </a:extLst>
          </p:cNvPr>
          <p:cNvGraphicFramePr/>
          <p:nvPr/>
        </p:nvGraphicFramePr>
        <p:xfrm>
          <a:off x="614876" y="1923789"/>
          <a:ext cx="10970738" cy="41127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192" name="TextBox 4191">
            <a:extLst>
              <a:ext uri="{FF2B5EF4-FFF2-40B4-BE49-F238E27FC236}">
                <a16:creationId xmlns:a16="http://schemas.microsoft.com/office/drawing/2014/main" id="{E1C6D1A7-E718-BC3B-4538-2D57EC5179AA}"/>
              </a:ext>
            </a:extLst>
          </p:cNvPr>
          <p:cNvSpPr txBox="1"/>
          <p:nvPr/>
        </p:nvSpPr>
        <p:spPr>
          <a:xfrm>
            <a:off x="614045" y="1455845"/>
            <a:ext cx="958032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Calibri"/>
                <a:ea typeface="Calibri"/>
                <a:cs typeface="Calibri"/>
              </a:rPr>
              <a:t>Identifying the key difficulties affecting elderly independence and safety:</a:t>
            </a:r>
          </a:p>
        </p:txBody>
      </p:sp>
    </p:spTree>
    <p:extLst>
      <p:ext uri="{BB962C8B-B14F-4D97-AF65-F5344CB8AC3E}">
        <p14:creationId xmlns:p14="http://schemas.microsoft.com/office/powerpoint/2010/main" val="3591412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01DB6-BC95-0554-9F3A-915E797674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9C721-91D8-F12D-4B22-B8CE194BF257}"/>
              </a:ext>
            </a:extLst>
          </p:cNvPr>
          <p:cNvSpPr>
            <a:spLocks noGrp="1"/>
          </p:cNvSpPr>
          <p:nvPr>
            <p:ph type="title"/>
          </p:nvPr>
        </p:nvSpPr>
        <p:spPr>
          <a:xfrm>
            <a:off x="838200" y="365125"/>
            <a:ext cx="7941276" cy="734104"/>
          </a:xfrm>
        </p:spPr>
        <p:txBody>
          <a:bodyPr>
            <a:normAutofit/>
          </a:bodyPr>
          <a:lstStyle/>
          <a:p>
            <a:r>
              <a:rPr lang="en-GB" sz="4000">
                <a:latin typeface="Calibri"/>
                <a:ea typeface="Calibri"/>
                <a:cs typeface="Calibri"/>
              </a:rPr>
              <a:t>Need for the Proposed System</a:t>
            </a:r>
            <a:endParaRPr lang="en-US" sz="4000">
              <a:latin typeface="Calibri"/>
              <a:ea typeface="Calibri"/>
              <a:cs typeface="Calibri"/>
            </a:endParaRPr>
          </a:p>
        </p:txBody>
      </p:sp>
      <p:sp>
        <p:nvSpPr>
          <p:cNvPr id="3" name="Content Placeholder 2">
            <a:extLst>
              <a:ext uri="{FF2B5EF4-FFF2-40B4-BE49-F238E27FC236}">
                <a16:creationId xmlns:a16="http://schemas.microsoft.com/office/drawing/2014/main" id="{BD76E79B-B9D7-CC92-3C6A-D17420047664}"/>
              </a:ext>
            </a:extLst>
          </p:cNvPr>
          <p:cNvSpPr>
            <a:spLocks noGrp="1"/>
          </p:cNvSpPr>
          <p:nvPr>
            <p:ph idx="1"/>
          </p:nvPr>
        </p:nvSpPr>
        <p:spPr>
          <a:xfrm>
            <a:off x="838200" y="1344897"/>
            <a:ext cx="6058423" cy="4270023"/>
          </a:xfrm>
          <a:noFill/>
          <a:ln>
            <a:solidFill>
              <a:schemeClr val="tx2">
                <a:lumMod val="90000"/>
                <a:lumOff val="10000"/>
              </a:schemeClr>
            </a:solidFill>
          </a:ln>
        </p:spPr>
        <p:txBody>
          <a:bodyPr vert="horz" lIns="91440" tIns="45720" rIns="91440" bIns="45720" rtlCol="0" anchor="t">
            <a:noAutofit/>
          </a:bodyPr>
          <a:lstStyle/>
          <a:p>
            <a:pPr marL="0" indent="0">
              <a:buNone/>
            </a:pPr>
            <a:r>
              <a:rPr lang="en-GB" sz="2000">
                <a:latin typeface="Calibri"/>
                <a:ea typeface="Calibri"/>
                <a:cs typeface="Calibri"/>
              </a:rPr>
              <a:t>🚨 Safety Need</a:t>
            </a:r>
            <a:endParaRPr lang="en-US" sz="2000">
              <a:latin typeface="Calibri"/>
              <a:ea typeface="Calibri"/>
              <a:cs typeface="Calibri"/>
            </a:endParaRPr>
          </a:p>
          <a:p>
            <a:r>
              <a:rPr lang="en-GB" sz="1800">
                <a:latin typeface="Calibri"/>
                <a:ea typeface="Calibri"/>
                <a:cs typeface="Calibri"/>
              </a:rPr>
              <a:t>Faster emergency response</a:t>
            </a:r>
            <a:endParaRPr lang="en-US" sz="1800">
              <a:latin typeface="Calibri"/>
              <a:ea typeface="Calibri"/>
              <a:cs typeface="Calibri"/>
            </a:endParaRPr>
          </a:p>
          <a:p>
            <a:r>
              <a:rPr lang="en-GB" sz="1800">
                <a:latin typeface="Calibri"/>
                <a:ea typeface="Calibri"/>
                <a:cs typeface="Calibri"/>
              </a:rPr>
              <a:t>Reliable alerts during power interruptions</a:t>
            </a:r>
            <a:endParaRPr lang="en-US" sz="1800">
              <a:latin typeface="Calibri"/>
              <a:ea typeface="Calibri"/>
              <a:cs typeface="Calibri"/>
            </a:endParaRPr>
          </a:p>
          <a:p>
            <a:pPr marL="0" indent="0">
              <a:buNone/>
            </a:pPr>
            <a:r>
              <a:rPr lang="en-GB" sz="2000">
                <a:latin typeface="Calibri"/>
                <a:ea typeface="Calibri"/>
                <a:cs typeface="Calibri"/>
              </a:rPr>
              <a:t>💊 Health Support</a:t>
            </a:r>
          </a:p>
          <a:p>
            <a:r>
              <a:rPr lang="en-GB" sz="1800">
                <a:latin typeface="Calibri"/>
                <a:ea typeface="Calibri"/>
                <a:cs typeface="Calibri"/>
              </a:rPr>
              <a:t>Timely medicine and appointment reminders</a:t>
            </a:r>
            <a:endParaRPr lang="en-GB">
              <a:latin typeface="Calibri"/>
              <a:ea typeface="Calibri"/>
              <a:cs typeface="Calibri"/>
            </a:endParaRPr>
          </a:p>
          <a:p>
            <a:r>
              <a:rPr lang="en-GB" sz="1800">
                <a:latin typeface="Calibri"/>
                <a:ea typeface="Calibri"/>
                <a:cs typeface="Calibri"/>
              </a:rPr>
              <a:t>Automated daily assistance</a:t>
            </a:r>
            <a:endParaRPr lang="en-GB">
              <a:latin typeface="Calibri"/>
              <a:ea typeface="Calibri"/>
              <a:cs typeface="Calibri"/>
            </a:endParaRPr>
          </a:p>
          <a:p>
            <a:pPr marL="0" indent="0">
              <a:buNone/>
            </a:pPr>
            <a:r>
              <a:rPr lang="en-GB" sz="2000">
                <a:latin typeface="Calibri"/>
                <a:ea typeface="Calibri"/>
                <a:cs typeface="Calibri"/>
              </a:rPr>
              <a:t>🌐 Accessibility Need</a:t>
            </a:r>
          </a:p>
          <a:p>
            <a:r>
              <a:rPr lang="en-GB" sz="1800">
                <a:latin typeface="Calibri"/>
                <a:ea typeface="Calibri"/>
                <a:cs typeface="Calibri"/>
              </a:rPr>
              <a:t>Simple voice-based interaction</a:t>
            </a:r>
            <a:endParaRPr lang="en-GB">
              <a:latin typeface="Calibri"/>
              <a:ea typeface="Calibri"/>
              <a:cs typeface="Calibri"/>
            </a:endParaRPr>
          </a:p>
          <a:p>
            <a:r>
              <a:rPr lang="en-GB" sz="1800">
                <a:latin typeface="Calibri"/>
                <a:ea typeface="Calibri"/>
                <a:cs typeface="Calibri"/>
              </a:rPr>
              <a:t>Regional language support</a:t>
            </a:r>
            <a:endParaRPr lang="en-GB">
              <a:latin typeface="Calibri"/>
              <a:ea typeface="Calibri"/>
              <a:cs typeface="Calibri"/>
            </a:endParaRPr>
          </a:p>
          <a:p>
            <a:pPr marL="0" indent="0">
              <a:buNone/>
            </a:pPr>
            <a:r>
              <a:rPr lang="en-GB" sz="2000">
                <a:latin typeface="Calibri"/>
                <a:ea typeface="Calibri"/>
                <a:cs typeface="Calibri"/>
              </a:rPr>
              <a:t>❤️ Emotional Support</a:t>
            </a:r>
          </a:p>
          <a:p>
            <a:r>
              <a:rPr lang="en-GB" sz="1800">
                <a:latin typeface="Calibri"/>
                <a:ea typeface="Calibri"/>
                <a:cs typeface="Calibri"/>
              </a:rPr>
              <a:t>Improves confidence and independence</a:t>
            </a:r>
            <a:endParaRPr lang="en-GB">
              <a:latin typeface="Calibri"/>
              <a:ea typeface="Calibri"/>
              <a:cs typeface="Calibri"/>
            </a:endParaRPr>
          </a:p>
        </p:txBody>
      </p:sp>
      <p:sp>
        <p:nvSpPr>
          <p:cNvPr id="4" name="TextBox 3">
            <a:extLst>
              <a:ext uri="{FF2B5EF4-FFF2-40B4-BE49-F238E27FC236}">
                <a16:creationId xmlns:a16="http://schemas.microsoft.com/office/drawing/2014/main" id="{3EA0F439-CA23-12AD-F257-DA8BDD492FF0}"/>
              </a:ext>
            </a:extLst>
          </p:cNvPr>
          <p:cNvSpPr txBox="1"/>
          <p:nvPr/>
        </p:nvSpPr>
        <p:spPr>
          <a:xfrm>
            <a:off x="8959257" y="2638529"/>
            <a:ext cx="2505439" cy="1569660"/>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Calibri"/>
                <a:ea typeface="Calibri"/>
                <a:cs typeface="Calibri"/>
              </a:rPr>
              <a:t>A reliable voice-based assistive system is essential.</a:t>
            </a:r>
          </a:p>
        </p:txBody>
      </p:sp>
      <p:sp>
        <p:nvSpPr>
          <p:cNvPr id="5" name="Arrow: Right 4">
            <a:extLst>
              <a:ext uri="{FF2B5EF4-FFF2-40B4-BE49-F238E27FC236}">
                <a16:creationId xmlns:a16="http://schemas.microsoft.com/office/drawing/2014/main" id="{A52393F7-6289-54A7-65BE-EC4DE0762098}"/>
              </a:ext>
            </a:extLst>
          </p:cNvPr>
          <p:cNvSpPr/>
          <p:nvPr/>
        </p:nvSpPr>
        <p:spPr>
          <a:xfrm>
            <a:off x="7217807" y="3059573"/>
            <a:ext cx="1414092" cy="728047"/>
          </a:xfrm>
          <a:prstGeom prst="rightArrow">
            <a:avLst/>
          </a:prstGeom>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a:ea typeface="Calibri"/>
              <a:cs typeface="Calibri"/>
            </a:endParaRPr>
          </a:p>
        </p:txBody>
      </p:sp>
    </p:spTree>
    <p:extLst>
      <p:ext uri="{BB962C8B-B14F-4D97-AF65-F5344CB8AC3E}">
        <p14:creationId xmlns:p14="http://schemas.microsoft.com/office/powerpoint/2010/main" val="1193670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687205-A069-FFD9-ECFD-DA7697964CA3}"/>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47D7001-6C7A-B364-A2F8-98AF72ED11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026A48-DD10-6DF9-0EC3-C09430EE31F8}"/>
              </a:ext>
            </a:extLst>
          </p:cNvPr>
          <p:cNvSpPr>
            <a:spLocks noGrp="1"/>
          </p:cNvSpPr>
          <p:nvPr>
            <p:ph type="title"/>
          </p:nvPr>
        </p:nvSpPr>
        <p:spPr>
          <a:xfrm>
            <a:off x="542418" y="308291"/>
            <a:ext cx="6528172" cy="835083"/>
          </a:xfrm>
        </p:spPr>
        <p:txBody>
          <a:bodyPr vert="horz" lIns="91440" tIns="45720" rIns="91440" bIns="45720" rtlCol="0" anchor="t">
            <a:noAutofit/>
          </a:bodyPr>
          <a:lstStyle/>
          <a:p>
            <a:pPr algn="ctr"/>
            <a:r>
              <a:rPr lang="en-US" sz="4000" b="1" kern="1200">
                <a:solidFill>
                  <a:schemeClr val="tx1">
                    <a:lumMod val="65000"/>
                    <a:lumOff val="35000"/>
                  </a:schemeClr>
                </a:solidFill>
                <a:latin typeface="Calibri"/>
                <a:ea typeface="Calibri"/>
                <a:cs typeface="Calibri"/>
              </a:rPr>
              <a:t>System Architecture Diagram</a:t>
            </a:r>
          </a:p>
        </p:txBody>
      </p:sp>
      <p:sp>
        <p:nvSpPr>
          <p:cNvPr id="23" name="Rectangle 22">
            <a:extLst>
              <a:ext uri="{FF2B5EF4-FFF2-40B4-BE49-F238E27FC236}">
                <a16:creationId xmlns:a16="http://schemas.microsoft.com/office/drawing/2014/main" id="{169BC39A-F195-4E26-A97B-01764DFF97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16208" y="0"/>
            <a:ext cx="4775791"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AFA231B-6A5D-C098-3F04-66DDD73ED79B}"/>
              </a:ext>
            </a:extLst>
          </p:cNvPr>
          <p:cNvSpPr>
            <a:spLocks noGrp="1"/>
          </p:cNvSpPr>
          <p:nvPr>
            <p:ph type="body" sz="half" idx="2"/>
          </p:nvPr>
        </p:nvSpPr>
        <p:spPr>
          <a:xfrm>
            <a:off x="8092643" y="764278"/>
            <a:ext cx="3425202" cy="5310963"/>
          </a:xfrm>
        </p:spPr>
        <p:txBody>
          <a:bodyPr vert="horz" lIns="91440" tIns="45720" rIns="91440" bIns="45720" rtlCol="0" anchor="ctr">
            <a:normAutofit/>
          </a:bodyPr>
          <a:lstStyle/>
          <a:p>
            <a:pPr marL="285750" indent="-285750">
              <a:buChar char="•"/>
            </a:pPr>
            <a:r>
              <a:rPr lang="en-US" sz="2000" b="1">
                <a:solidFill>
                  <a:srgbClr val="595959"/>
                </a:solidFill>
                <a:latin typeface="Calibri"/>
                <a:ea typeface="Calibri"/>
                <a:cs typeface="Calibri"/>
              </a:rPr>
              <a:t>ESP32 acts as the central processing and control unit</a:t>
            </a:r>
            <a:endParaRPr lang="en-US" sz="2000" b="1">
              <a:latin typeface="Calibri"/>
              <a:ea typeface="Calibri"/>
              <a:cs typeface="Calibri"/>
            </a:endParaRPr>
          </a:p>
          <a:p>
            <a:pPr marL="285750" indent="-285750">
              <a:buChar char="•"/>
            </a:pPr>
            <a:r>
              <a:rPr lang="en-US" sz="2000">
                <a:solidFill>
                  <a:srgbClr val="595959"/>
                </a:solidFill>
                <a:latin typeface="Calibri"/>
                <a:ea typeface="Calibri"/>
                <a:cs typeface="Calibri"/>
              </a:rPr>
              <a:t>Voice, button, and scheduled inputs are handled using a priority-based system</a:t>
            </a:r>
            <a:endParaRPr lang="en-US" sz="2000">
              <a:latin typeface="Calibri"/>
              <a:ea typeface="Calibri"/>
              <a:cs typeface="Calibri"/>
            </a:endParaRPr>
          </a:p>
          <a:p>
            <a:pPr marL="285750" indent="-285750">
              <a:buChar char="•"/>
            </a:pPr>
            <a:r>
              <a:rPr lang="en-US" sz="2000">
                <a:solidFill>
                  <a:srgbClr val="595959"/>
                </a:solidFill>
                <a:latin typeface="Calibri"/>
                <a:ea typeface="Calibri"/>
                <a:cs typeface="Calibri"/>
              </a:rPr>
              <a:t>Emergency can be triggered by voice command or long-press button</a:t>
            </a:r>
            <a:endParaRPr lang="en-US" sz="2000">
              <a:latin typeface="Calibri"/>
              <a:ea typeface="Calibri"/>
              <a:cs typeface="Calibri"/>
            </a:endParaRPr>
          </a:p>
          <a:p>
            <a:pPr marL="285750" indent="-285750">
              <a:buChar char="•"/>
            </a:pPr>
            <a:r>
              <a:rPr lang="en-US" sz="2000">
                <a:solidFill>
                  <a:srgbClr val="595959"/>
                </a:solidFill>
                <a:latin typeface="Calibri"/>
                <a:ea typeface="Calibri"/>
                <a:cs typeface="Calibri"/>
              </a:rPr>
              <a:t>System operates using a standalone embedded architecture with rechargeable battery backup.</a:t>
            </a:r>
            <a:endParaRPr lang="en-US" sz="2000">
              <a:latin typeface="Calibri"/>
              <a:ea typeface="Calibri"/>
              <a:cs typeface="Calibri"/>
            </a:endParaRPr>
          </a:p>
        </p:txBody>
      </p:sp>
      <p:pic>
        <p:nvPicPr>
          <p:cNvPr id="10" name="Picture 9">
            <a:extLst>
              <a:ext uri="{FF2B5EF4-FFF2-40B4-BE49-F238E27FC236}">
                <a16:creationId xmlns:a16="http://schemas.microsoft.com/office/drawing/2014/main" id="{2D084593-96BD-7BF8-CEBF-31CDFC0F29CE}"/>
              </a:ext>
            </a:extLst>
          </p:cNvPr>
          <p:cNvPicPr>
            <a:picLocks noChangeAspect="1"/>
          </p:cNvPicPr>
          <p:nvPr/>
        </p:nvPicPr>
        <p:blipFill>
          <a:blip r:embed="rId2">
            <a:extLst>
              <a:ext uri="{28A0092B-C50C-407E-A947-70E740481C1C}">
                <a14:useLocalDpi xmlns:a14="http://schemas.microsoft.com/office/drawing/2010/main" val="0"/>
              </a:ext>
            </a:extLst>
          </a:blip>
          <a:srcRect r="190" b="3183"/>
          <a:stretch>
            <a:fillRect/>
          </a:stretch>
        </p:blipFill>
        <p:spPr>
          <a:xfrm>
            <a:off x="541144" y="1320934"/>
            <a:ext cx="6518306" cy="4081938"/>
          </a:xfrm>
          <a:prstGeom prst="rect">
            <a:avLst/>
          </a:prstGeom>
        </p:spPr>
      </p:pic>
    </p:spTree>
    <p:extLst>
      <p:ext uri="{BB962C8B-B14F-4D97-AF65-F5344CB8AC3E}">
        <p14:creationId xmlns:p14="http://schemas.microsoft.com/office/powerpoint/2010/main" val="2161989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2DBAB9-C7EF-A5E8-05D1-8260BE3B1F89}"/>
            </a:ext>
          </a:extLst>
        </p:cNvPr>
        <p:cNvGrpSpPr/>
        <p:nvPr/>
      </p:nvGrpSpPr>
      <p:grpSpPr>
        <a:xfrm>
          <a:off x="0" y="0"/>
          <a:ext cx="0" cy="0"/>
          <a:chOff x="0" y="0"/>
          <a:chExt cx="0" cy="0"/>
        </a:xfrm>
      </p:grpSpPr>
      <p:sp useBgFill="1">
        <p:nvSpPr>
          <p:cNvPr id="405" name="Rectangle 404">
            <a:extLst>
              <a:ext uri="{FF2B5EF4-FFF2-40B4-BE49-F238E27FC236}">
                <a16:creationId xmlns:a16="http://schemas.microsoft.com/office/drawing/2014/main" id="{EFD43EE5-78CD-D417-C8D3-92C697F861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7" name="Rectangle 406">
            <a:extLst>
              <a:ext uri="{FF2B5EF4-FFF2-40B4-BE49-F238E27FC236}">
                <a16:creationId xmlns:a16="http://schemas.microsoft.com/office/drawing/2014/main" id="{92F1A5AF-E91B-AF1D-7A20-D4CA760837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64612" cy="6858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Rectangle 408">
            <a:extLst>
              <a:ext uri="{FF2B5EF4-FFF2-40B4-BE49-F238E27FC236}">
                <a16:creationId xmlns:a16="http://schemas.microsoft.com/office/drawing/2014/main" id="{7FC52849-EDC6-69FA-D99F-B5C5C2E306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912" y="685800"/>
            <a:ext cx="6048935" cy="5486400"/>
          </a:xfrm>
          <a:prstGeom prst="rect">
            <a:avLst/>
          </a:prstGeom>
          <a:solidFill>
            <a:schemeClr val="bg1"/>
          </a:solidFill>
          <a:ln w="1270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529898-87FA-5F6F-2963-B4D8C395B1CA}"/>
              </a:ext>
            </a:extLst>
          </p:cNvPr>
          <p:cNvSpPr>
            <a:spLocks noGrp="1"/>
          </p:cNvSpPr>
          <p:nvPr>
            <p:ph type="title"/>
          </p:nvPr>
        </p:nvSpPr>
        <p:spPr>
          <a:xfrm>
            <a:off x="7469064" y="374905"/>
            <a:ext cx="4403822" cy="1065313"/>
          </a:xfrm>
        </p:spPr>
        <p:txBody>
          <a:bodyPr anchor="b">
            <a:normAutofit/>
          </a:bodyPr>
          <a:lstStyle/>
          <a:p>
            <a:pPr algn="ctr"/>
            <a:r>
              <a:rPr lang="en-GB" sz="3200">
                <a:latin typeface="Calibri"/>
                <a:ea typeface="Calibri"/>
                <a:cs typeface="Calibri"/>
              </a:rPr>
              <a:t>Task Priority &amp; </a:t>
            </a:r>
            <a:br>
              <a:rPr lang="en-GB" sz="3200">
                <a:latin typeface="Calibri"/>
                <a:ea typeface="Calibri"/>
                <a:cs typeface="Calibri"/>
              </a:rPr>
            </a:br>
            <a:r>
              <a:rPr lang="en-GB" sz="3200">
                <a:latin typeface="Calibri"/>
                <a:ea typeface="Calibri"/>
                <a:cs typeface="Calibri"/>
              </a:rPr>
              <a:t>Interrupt System</a:t>
            </a:r>
            <a:endParaRPr lang="en-US" sz="3200">
              <a:latin typeface="Calibri"/>
              <a:ea typeface="Calibri"/>
              <a:cs typeface="Calibri"/>
            </a:endParaRPr>
          </a:p>
        </p:txBody>
      </p:sp>
      <p:sp>
        <p:nvSpPr>
          <p:cNvPr id="3" name="Content Placeholder 2">
            <a:extLst>
              <a:ext uri="{FF2B5EF4-FFF2-40B4-BE49-F238E27FC236}">
                <a16:creationId xmlns:a16="http://schemas.microsoft.com/office/drawing/2014/main" id="{858691CD-3250-C6BA-5983-B51EEBC94E44}"/>
              </a:ext>
            </a:extLst>
          </p:cNvPr>
          <p:cNvSpPr>
            <a:spLocks noGrp="1"/>
          </p:cNvSpPr>
          <p:nvPr>
            <p:ph idx="1"/>
          </p:nvPr>
        </p:nvSpPr>
        <p:spPr>
          <a:xfrm>
            <a:off x="7675323" y="1825625"/>
            <a:ext cx="3678477" cy="3046544"/>
          </a:xfrm>
        </p:spPr>
        <p:txBody>
          <a:bodyPr vert="horz" lIns="91440" tIns="45720" rIns="91440" bIns="45720" rtlCol="0" anchor="t">
            <a:normAutofit lnSpcReduction="10000"/>
          </a:bodyPr>
          <a:lstStyle/>
          <a:p>
            <a:pPr marL="0" indent="0">
              <a:buNone/>
            </a:pPr>
            <a:r>
              <a:rPr lang="en-US" sz="2400">
                <a:latin typeface="Calibri"/>
                <a:ea typeface="Calibri"/>
                <a:cs typeface="Calibri"/>
              </a:rPr>
              <a:t>Interrupt System</a:t>
            </a:r>
          </a:p>
          <a:p>
            <a:r>
              <a:rPr lang="en-US" sz="2000">
                <a:latin typeface="Calibri"/>
                <a:ea typeface="Calibri"/>
                <a:cs typeface="Calibri"/>
              </a:rPr>
              <a:t>Higher-priority tasks override lower-priority tasks</a:t>
            </a:r>
          </a:p>
          <a:p>
            <a:r>
              <a:rPr lang="en-US" sz="2000" b="1">
                <a:latin typeface="Calibri"/>
                <a:ea typeface="Calibri"/>
                <a:cs typeface="Calibri"/>
              </a:rPr>
              <a:t>Emergency</a:t>
            </a:r>
            <a:r>
              <a:rPr lang="en-US" sz="2000">
                <a:latin typeface="Calibri"/>
                <a:ea typeface="Calibri"/>
                <a:cs typeface="Calibri"/>
              </a:rPr>
              <a:t> stops all ongoing functions instantly</a:t>
            </a:r>
          </a:p>
          <a:p>
            <a:pPr marL="0" indent="0">
              <a:buNone/>
            </a:pPr>
            <a:r>
              <a:rPr lang="en-US" sz="2400">
                <a:latin typeface="Calibri"/>
                <a:ea typeface="Calibri"/>
                <a:cs typeface="Calibri"/>
              </a:rPr>
              <a:t>Button Control</a:t>
            </a:r>
          </a:p>
          <a:p>
            <a:r>
              <a:rPr lang="en-US" sz="2000">
                <a:latin typeface="Calibri"/>
                <a:ea typeface="Calibri"/>
                <a:cs typeface="Calibri"/>
              </a:rPr>
              <a:t>Long Press → Emergency Mode</a:t>
            </a:r>
          </a:p>
          <a:p>
            <a:r>
              <a:rPr lang="en-US" sz="2000">
                <a:latin typeface="Calibri"/>
                <a:ea typeface="Calibri"/>
                <a:cs typeface="Calibri"/>
              </a:rPr>
              <a:t>Short Press → Active Listening Mode</a:t>
            </a:r>
          </a:p>
        </p:txBody>
      </p:sp>
      <p:graphicFrame>
        <p:nvGraphicFramePr>
          <p:cNvPr id="356" name="Diagram 355">
            <a:extLst>
              <a:ext uri="{FF2B5EF4-FFF2-40B4-BE49-F238E27FC236}">
                <a16:creationId xmlns:a16="http://schemas.microsoft.com/office/drawing/2014/main" id="{F2A50147-0ADD-FB81-01B1-8F0D8607ACC8}"/>
              </a:ext>
            </a:extLst>
          </p:cNvPr>
          <p:cNvGraphicFramePr/>
          <p:nvPr/>
        </p:nvGraphicFramePr>
        <p:xfrm>
          <a:off x="1702640" y="912899"/>
          <a:ext cx="4063809" cy="50299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98842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76B4EF-9AD5-127C-056B-BB071477C0C2}"/>
            </a:ext>
          </a:extLst>
        </p:cNvPr>
        <p:cNvGrpSpPr/>
        <p:nvPr/>
      </p:nvGrpSpPr>
      <p:grpSpPr>
        <a:xfrm>
          <a:off x="0" y="0"/>
          <a:ext cx="0" cy="0"/>
          <a:chOff x="0" y="0"/>
          <a:chExt cx="0" cy="0"/>
        </a:xfrm>
      </p:grpSpPr>
      <p:sp>
        <p:nvSpPr>
          <p:cNvPr id="69" name="Rectangle 68">
            <a:extLst>
              <a:ext uri="{FF2B5EF4-FFF2-40B4-BE49-F238E27FC236}">
                <a16:creationId xmlns:a16="http://schemas.microsoft.com/office/drawing/2014/main" id="{32BFE400-6836-410D-FCDA-95D72461A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E4AD5839-32AD-A222-C09B-0BC73A5A1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6A4FB3-D6D6-B423-E76A-8B74E7391AAD}"/>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a:solidFill>
                  <a:srgbClr val="FFFFFF"/>
                </a:solidFill>
                <a:latin typeface="Calibri"/>
                <a:ea typeface="Calibri"/>
                <a:cs typeface="Calibri"/>
              </a:rPr>
              <a:t>Safety &amp; Security Features</a:t>
            </a:r>
          </a:p>
        </p:txBody>
      </p:sp>
      <p:graphicFrame>
        <p:nvGraphicFramePr>
          <p:cNvPr id="24" name="Text Placeholder 3">
            <a:extLst>
              <a:ext uri="{FF2B5EF4-FFF2-40B4-BE49-F238E27FC236}">
                <a16:creationId xmlns:a16="http://schemas.microsoft.com/office/drawing/2014/main" id="{63AF1A37-B5B9-F85F-84A0-DB95E32BC284}"/>
              </a:ext>
            </a:extLst>
          </p:cNvPr>
          <p:cNvGraphicFramePr/>
          <p:nvPr/>
        </p:nvGraphicFramePr>
        <p:xfrm>
          <a:off x="4367129" y="638313"/>
          <a:ext cx="7182319"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8804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802724-224A-B8F7-1A7E-5D084BAB67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E6FF9-B9E1-F6FF-35DA-5CAE4693D69B}"/>
              </a:ext>
            </a:extLst>
          </p:cNvPr>
          <p:cNvSpPr>
            <a:spLocks noGrp="1"/>
          </p:cNvSpPr>
          <p:nvPr>
            <p:ph type="title"/>
          </p:nvPr>
        </p:nvSpPr>
        <p:spPr>
          <a:xfrm>
            <a:off x="838200" y="459863"/>
            <a:ext cx="10515600" cy="1004594"/>
          </a:xfrm>
        </p:spPr>
        <p:txBody>
          <a:bodyPr>
            <a:normAutofit/>
          </a:bodyPr>
          <a:lstStyle/>
          <a:p>
            <a:pPr algn="ctr"/>
            <a:r>
              <a:rPr lang="en-GB">
                <a:latin typeface="Calibri"/>
                <a:ea typeface="Calibri"/>
                <a:cs typeface="Calibri"/>
              </a:rPr>
              <a:t>Conclusion</a:t>
            </a:r>
            <a:endParaRPr lang="en-US">
              <a:latin typeface="Calibri"/>
              <a:ea typeface="Calibri"/>
              <a:cs typeface="Calibri"/>
            </a:endParaRPr>
          </a:p>
        </p:txBody>
      </p:sp>
      <p:graphicFrame>
        <p:nvGraphicFramePr>
          <p:cNvPr id="100" name="Content Placeholder 2">
            <a:extLst>
              <a:ext uri="{FF2B5EF4-FFF2-40B4-BE49-F238E27FC236}">
                <a16:creationId xmlns:a16="http://schemas.microsoft.com/office/drawing/2014/main" id="{563AB167-6890-775F-8CA3-24456E4AFFF2}"/>
              </a:ext>
              <a:ext uri="{C183D7F6-B498-43B3-948B-1728B52AA6E4}">
                <adec:decorative xmlns:adec="http://schemas.microsoft.com/office/drawing/2017/decorative" val="1"/>
              </a:ext>
            </a:extLst>
          </p:cNvPr>
          <p:cNvGraphicFramePr>
            <a:graphicFrameLocks noGrp="1"/>
          </p:cNvGraphicFramePr>
          <p:nvPr>
            <p:ph idx="1"/>
          </p:nvPr>
        </p:nvGraphicFramePr>
        <p:xfrm>
          <a:off x="838200" y="1466884"/>
          <a:ext cx="10962361" cy="32010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47" name="TextBox 1246">
            <a:extLst>
              <a:ext uri="{FF2B5EF4-FFF2-40B4-BE49-F238E27FC236}">
                <a16:creationId xmlns:a16="http://schemas.microsoft.com/office/drawing/2014/main" id="{82666020-A529-3C85-12ED-6C6C24C3242F}"/>
              </a:ext>
            </a:extLst>
          </p:cNvPr>
          <p:cNvSpPr txBox="1"/>
          <p:nvPr/>
        </p:nvSpPr>
        <p:spPr>
          <a:xfrm>
            <a:off x="1354715" y="4658739"/>
            <a:ext cx="9479797" cy="1077218"/>
          </a:xfrm>
          <a:prstGeom prst="rect">
            <a:avLst/>
          </a:prstGeom>
          <a:noFill/>
          <a:ln>
            <a:solidFill>
              <a:schemeClr val="tx2">
                <a:lumMod val="75000"/>
                <a:lumOff val="2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latin typeface="Calibri"/>
                <a:ea typeface="Calibri"/>
                <a:cs typeface="Calibri"/>
              </a:rPr>
              <a:t>Rumi is a reliable, language-friendly, and safety-focused voice assistant designed to enhance independence and confidence among senior citizens.</a:t>
            </a:r>
          </a:p>
          <a:p>
            <a:pPr algn="ctr"/>
            <a:r>
              <a:rPr lang="en-US" sz="2400" i="1">
                <a:latin typeface="Calibri"/>
                <a:ea typeface="Calibri"/>
                <a:cs typeface="Calibri"/>
              </a:rPr>
              <a:t>Thank YOU</a:t>
            </a:r>
          </a:p>
        </p:txBody>
      </p:sp>
    </p:spTree>
    <p:extLst>
      <p:ext uri="{BB962C8B-B14F-4D97-AF65-F5344CB8AC3E}">
        <p14:creationId xmlns:p14="http://schemas.microsoft.com/office/powerpoint/2010/main" val="37446483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Slides>
  <Notes>0</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Localized Voice Assistant for Senior Citizens</vt:lpstr>
      <vt:lpstr>Problem Statement</vt:lpstr>
      <vt:lpstr>Need for the Proposed System</vt:lpstr>
      <vt:lpstr>System Architecture Diagram</vt:lpstr>
      <vt:lpstr>Task Priority &amp;  Interrupt System</vt:lpstr>
      <vt:lpstr>Safety &amp; Security Features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Localized Offline Voice Assistant for Senior Citizens</dc:title>
  <dc:creator>Thrinad geddada</dc:creator>
  <cp:lastModifiedBy>Thrinad geddada</cp:lastModifiedBy>
  <cp:revision>5</cp:revision>
  <dcterms:created xsi:type="dcterms:W3CDTF">2026-02-27T09:10:28Z</dcterms:created>
  <dcterms:modified xsi:type="dcterms:W3CDTF">2026-03-04T08:24:21Z</dcterms:modified>
</cp:coreProperties>
</file>